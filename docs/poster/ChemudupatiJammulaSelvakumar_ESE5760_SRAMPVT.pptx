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Lst>
  <p:sldSz cy="32918400" cx="43891200"/>
  <p:notesSz cx="6858000" cy="9144000"/>
  <p:embeddedFontLst>
    <p:embeddedFont>
      <p:font typeface="Helvetica Neue"/>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747775"/>
          </p15:clr>
        </p15:guide>
        <p15:guide id="2" pos="1382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3824"/>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HelveticaNeue-boldItalic.fntdata"/><Relationship Id="rId10" Type="http://schemas.openxmlformats.org/officeDocument/2006/relationships/font" Target="fonts/HelveticaNeue-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HelveticaNeue-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HelveticaNeue-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974630287_4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d974630287_4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496200" y="4765280"/>
            <a:ext cx="40899000" cy="131367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27733"/>
              <a:buNone/>
              <a:defRPr sz="27733"/>
            </a:lvl1pPr>
            <a:lvl2pPr lvl="1" algn="ctr">
              <a:spcBef>
                <a:spcPts val="0"/>
              </a:spcBef>
              <a:spcAft>
                <a:spcPts val="0"/>
              </a:spcAft>
              <a:buSzPts val="27733"/>
              <a:buNone/>
              <a:defRPr sz="27733"/>
            </a:lvl2pPr>
            <a:lvl3pPr lvl="2" algn="ctr">
              <a:spcBef>
                <a:spcPts val="0"/>
              </a:spcBef>
              <a:spcAft>
                <a:spcPts val="0"/>
              </a:spcAft>
              <a:buSzPts val="27733"/>
              <a:buNone/>
              <a:defRPr sz="27733"/>
            </a:lvl3pPr>
            <a:lvl4pPr lvl="3" algn="ctr">
              <a:spcBef>
                <a:spcPts val="0"/>
              </a:spcBef>
              <a:spcAft>
                <a:spcPts val="0"/>
              </a:spcAft>
              <a:buSzPts val="27733"/>
              <a:buNone/>
              <a:defRPr sz="27733"/>
            </a:lvl4pPr>
            <a:lvl5pPr lvl="4" algn="ctr">
              <a:spcBef>
                <a:spcPts val="0"/>
              </a:spcBef>
              <a:spcAft>
                <a:spcPts val="0"/>
              </a:spcAft>
              <a:buSzPts val="27733"/>
              <a:buNone/>
              <a:defRPr sz="27733"/>
            </a:lvl5pPr>
            <a:lvl6pPr lvl="5" algn="ctr">
              <a:spcBef>
                <a:spcPts val="0"/>
              </a:spcBef>
              <a:spcAft>
                <a:spcPts val="0"/>
              </a:spcAft>
              <a:buSzPts val="27733"/>
              <a:buNone/>
              <a:defRPr sz="27733"/>
            </a:lvl6pPr>
            <a:lvl7pPr lvl="6" algn="ctr">
              <a:spcBef>
                <a:spcPts val="0"/>
              </a:spcBef>
              <a:spcAft>
                <a:spcPts val="0"/>
              </a:spcAft>
              <a:buSzPts val="27733"/>
              <a:buNone/>
              <a:defRPr sz="27733"/>
            </a:lvl7pPr>
            <a:lvl8pPr lvl="7" algn="ctr">
              <a:spcBef>
                <a:spcPts val="0"/>
              </a:spcBef>
              <a:spcAft>
                <a:spcPts val="0"/>
              </a:spcAft>
              <a:buSzPts val="27733"/>
              <a:buNone/>
              <a:defRPr sz="27733"/>
            </a:lvl8pPr>
            <a:lvl9pPr lvl="8" algn="ctr">
              <a:spcBef>
                <a:spcPts val="0"/>
              </a:spcBef>
              <a:spcAft>
                <a:spcPts val="0"/>
              </a:spcAft>
              <a:buSzPts val="27733"/>
              <a:buNone/>
              <a:defRPr sz="27733"/>
            </a:lvl9pPr>
          </a:lstStyle>
          <a:p/>
        </p:txBody>
      </p:sp>
      <p:sp>
        <p:nvSpPr>
          <p:cNvPr id="11" name="Google Shape;11;p2"/>
          <p:cNvSpPr txBox="1"/>
          <p:nvPr>
            <p:ph idx="1" type="subTitle"/>
          </p:nvPr>
        </p:nvSpPr>
        <p:spPr>
          <a:xfrm>
            <a:off x="1496160" y="18138400"/>
            <a:ext cx="40899000" cy="5072700"/>
          </a:xfrm>
          <a:prstGeom prst="rect">
            <a:avLst/>
          </a:prstGeom>
        </p:spPr>
        <p:txBody>
          <a:bodyPr anchorCtr="0" anchor="t" bIns="487600" lIns="487600" spcFirstLastPara="1" rIns="487600" wrap="square" tIns="487600">
            <a:normAutofit/>
          </a:bodyPr>
          <a:lstStyle>
            <a:lvl1pPr lvl="0" algn="ctr">
              <a:lnSpc>
                <a:spcPct val="100000"/>
              </a:lnSpc>
              <a:spcBef>
                <a:spcPts val="0"/>
              </a:spcBef>
              <a:spcAft>
                <a:spcPts val="0"/>
              </a:spcAft>
              <a:buSzPts val="14933"/>
              <a:buNone/>
              <a:defRPr sz="14933"/>
            </a:lvl1pPr>
            <a:lvl2pPr lvl="1" algn="ctr">
              <a:lnSpc>
                <a:spcPct val="100000"/>
              </a:lnSpc>
              <a:spcBef>
                <a:spcPts val="0"/>
              </a:spcBef>
              <a:spcAft>
                <a:spcPts val="0"/>
              </a:spcAft>
              <a:buSzPts val="14933"/>
              <a:buNone/>
              <a:defRPr sz="14933"/>
            </a:lvl2pPr>
            <a:lvl3pPr lvl="2" algn="ctr">
              <a:lnSpc>
                <a:spcPct val="100000"/>
              </a:lnSpc>
              <a:spcBef>
                <a:spcPts val="0"/>
              </a:spcBef>
              <a:spcAft>
                <a:spcPts val="0"/>
              </a:spcAft>
              <a:buSzPts val="14933"/>
              <a:buNone/>
              <a:defRPr sz="14933"/>
            </a:lvl3pPr>
            <a:lvl4pPr lvl="3" algn="ctr">
              <a:lnSpc>
                <a:spcPct val="100000"/>
              </a:lnSpc>
              <a:spcBef>
                <a:spcPts val="0"/>
              </a:spcBef>
              <a:spcAft>
                <a:spcPts val="0"/>
              </a:spcAft>
              <a:buSzPts val="14933"/>
              <a:buNone/>
              <a:defRPr sz="14933"/>
            </a:lvl4pPr>
            <a:lvl5pPr lvl="4" algn="ctr">
              <a:lnSpc>
                <a:spcPct val="100000"/>
              </a:lnSpc>
              <a:spcBef>
                <a:spcPts val="0"/>
              </a:spcBef>
              <a:spcAft>
                <a:spcPts val="0"/>
              </a:spcAft>
              <a:buSzPts val="14933"/>
              <a:buNone/>
              <a:defRPr sz="14933"/>
            </a:lvl5pPr>
            <a:lvl6pPr lvl="5" algn="ctr">
              <a:lnSpc>
                <a:spcPct val="100000"/>
              </a:lnSpc>
              <a:spcBef>
                <a:spcPts val="0"/>
              </a:spcBef>
              <a:spcAft>
                <a:spcPts val="0"/>
              </a:spcAft>
              <a:buSzPts val="14933"/>
              <a:buNone/>
              <a:defRPr sz="14933"/>
            </a:lvl6pPr>
            <a:lvl7pPr lvl="6" algn="ctr">
              <a:lnSpc>
                <a:spcPct val="100000"/>
              </a:lnSpc>
              <a:spcBef>
                <a:spcPts val="0"/>
              </a:spcBef>
              <a:spcAft>
                <a:spcPts val="0"/>
              </a:spcAft>
              <a:buSzPts val="14933"/>
              <a:buNone/>
              <a:defRPr sz="14933"/>
            </a:lvl7pPr>
            <a:lvl8pPr lvl="7" algn="ctr">
              <a:lnSpc>
                <a:spcPct val="100000"/>
              </a:lnSpc>
              <a:spcBef>
                <a:spcPts val="0"/>
              </a:spcBef>
              <a:spcAft>
                <a:spcPts val="0"/>
              </a:spcAft>
              <a:buSzPts val="14933"/>
              <a:buNone/>
              <a:defRPr sz="14933"/>
            </a:lvl8pPr>
            <a:lvl9pPr lvl="8" algn="ctr">
              <a:lnSpc>
                <a:spcPct val="100000"/>
              </a:lnSpc>
              <a:spcBef>
                <a:spcPts val="0"/>
              </a:spcBef>
              <a:spcAft>
                <a:spcPts val="0"/>
              </a:spcAft>
              <a:buSzPts val="14933"/>
              <a:buNone/>
              <a:defRPr sz="14933"/>
            </a:lvl9pPr>
          </a:lstStyle>
          <a:p/>
        </p:txBody>
      </p:sp>
      <p:sp>
        <p:nvSpPr>
          <p:cNvPr id="12" name="Google Shape;12;p2"/>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496160" y="13765440"/>
            <a:ext cx="40899000" cy="5387400"/>
          </a:xfrm>
          <a:prstGeom prst="rect">
            <a:avLst/>
          </a:prstGeom>
        </p:spPr>
        <p:txBody>
          <a:bodyPr anchorCtr="0" anchor="ctr" bIns="487600" lIns="487600" spcFirstLastPara="1" rIns="487600" wrap="square" tIns="487600">
            <a:normAutofit/>
          </a:bodyPr>
          <a:lstStyle>
            <a:lvl1pPr lvl="0" algn="ctr">
              <a:spcBef>
                <a:spcPts val="0"/>
              </a:spcBef>
              <a:spcAft>
                <a:spcPts val="0"/>
              </a:spcAft>
              <a:buSzPts val="19200"/>
              <a:buNone/>
              <a:defRPr sz="19200"/>
            </a:lvl1pPr>
            <a:lvl2pPr lvl="1" algn="ctr">
              <a:spcBef>
                <a:spcPts val="0"/>
              </a:spcBef>
              <a:spcAft>
                <a:spcPts val="0"/>
              </a:spcAft>
              <a:buSzPts val="19200"/>
              <a:buNone/>
              <a:defRPr sz="19200"/>
            </a:lvl2pPr>
            <a:lvl3pPr lvl="2" algn="ctr">
              <a:spcBef>
                <a:spcPts val="0"/>
              </a:spcBef>
              <a:spcAft>
                <a:spcPts val="0"/>
              </a:spcAft>
              <a:buSzPts val="19200"/>
              <a:buNone/>
              <a:defRPr sz="19200"/>
            </a:lvl3pPr>
            <a:lvl4pPr lvl="3" algn="ctr">
              <a:spcBef>
                <a:spcPts val="0"/>
              </a:spcBef>
              <a:spcAft>
                <a:spcPts val="0"/>
              </a:spcAft>
              <a:buSzPts val="19200"/>
              <a:buNone/>
              <a:defRPr sz="19200"/>
            </a:lvl4pPr>
            <a:lvl5pPr lvl="4" algn="ctr">
              <a:spcBef>
                <a:spcPts val="0"/>
              </a:spcBef>
              <a:spcAft>
                <a:spcPts val="0"/>
              </a:spcAft>
              <a:buSzPts val="19200"/>
              <a:buNone/>
              <a:defRPr sz="19200"/>
            </a:lvl5pPr>
            <a:lvl6pPr lvl="5" algn="ctr">
              <a:spcBef>
                <a:spcPts val="0"/>
              </a:spcBef>
              <a:spcAft>
                <a:spcPts val="0"/>
              </a:spcAft>
              <a:buSzPts val="19200"/>
              <a:buNone/>
              <a:defRPr sz="19200"/>
            </a:lvl6pPr>
            <a:lvl7pPr lvl="6" algn="ctr">
              <a:spcBef>
                <a:spcPts val="0"/>
              </a:spcBef>
              <a:spcAft>
                <a:spcPts val="0"/>
              </a:spcAft>
              <a:buSzPts val="19200"/>
              <a:buNone/>
              <a:defRPr sz="19200"/>
            </a:lvl7pPr>
            <a:lvl8pPr lvl="7" algn="ctr">
              <a:spcBef>
                <a:spcPts val="0"/>
              </a:spcBef>
              <a:spcAft>
                <a:spcPts val="0"/>
              </a:spcAft>
              <a:buSzPts val="19200"/>
              <a:buNone/>
              <a:defRPr sz="19200"/>
            </a:lvl8pPr>
            <a:lvl9pPr lvl="8" algn="ctr">
              <a:spcBef>
                <a:spcPts val="0"/>
              </a:spcBef>
              <a:spcAft>
                <a:spcPts val="0"/>
              </a:spcAft>
              <a:buSzPts val="19200"/>
              <a:buNone/>
              <a:defRPr sz="19200"/>
            </a:lvl9pPr>
          </a:lstStyle>
          <a:p/>
        </p:txBody>
      </p:sp>
      <p:sp>
        <p:nvSpPr>
          <p:cNvPr id="15" name="Google Shape;15;p3"/>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496160" y="2848160"/>
            <a:ext cx="40899000" cy="3665400"/>
          </a:xfrm>
          <a:prstGeom prst="rect">
            <a:avLst/>
          </a:prstGeom>
        </p:spPr>
        <p:txBody>
          <a:bodyPr anchorCtr="0" anchor="t" bIns="487600" lIns="487600" spcFirstLastPara="1" rIns="487600" wrap="square" tIns="487600">
            <a:normAutofit/>
          </a:bodyPr>
          <a:lstStyle>
            <a:lvl1pPr lvl="0">
              <a:spcBef>
                <a:spcPts val="0"/>
              </a:spcBef>
              <a:spcAft>
                <a:spcPts val="0"/>
              </a:spcAft>
              <a:buSzPts val="14933"/>
              <a:buNone/>
              <a:defRPr sz="14933"/>
            </a:lvl1pPr>
            <a:lvl2pPr lvl="1">
              <a:spcBef>
                <a:spcPts val="0"/>
              </a:spcBef>
              <a:spcAft>
                <a:spcPts val="0"/>
              </a:spcAft>
              <a:buSzPts val="14933"/>
              <a:buNone/>
              <a:defRPr sz="14933"/>
            </a:lvl2pPr>
            <a:lvl3pPr lvl="2">
              <a:spcBef>
                <a:spcPts val="0"/>
              </a:spcBef>
              <a:spcAft>
                <a:spcPts val="0"/>
              </a:spcAft>
              <a:buSzPts val="14933"/>
              <a:buNone/>
              <a:defRPr sz="14933"/>
            </a:lvl3pPr>
            <a:lvl4pPr lvl="3">
              <a:spcBef>
                <a:spcPts val="0"/>
              </a:spcBef>
              <a:spcAft>
                <a:spcPts val="0"/>
              </a:spcAft>
              <a:buSzPts val="14933"/>
              <a:buNone/>
              <a:defRPr sz="14933"/>
            </a:lvl4pPr>
            <a:lvl5pPr lvl="4">
              <a:spcBef>
                <a:spcPts val="0"/>
              </a:spcBef>
              <a:spcAft>
                <a:spcPts val="0"/>
              </a:spcAft>
              <a:buSzPts val="14933"/>
              <a:buNone/>
              <a:defRPr sz="14933"/>
            </a:lvl5pPr>
            <a:lvl6pPr lvl="5">
              <a:spcBef>
                <a:spcPts val="0"/>
              </a:spcBef>
              <a:spcAft>
                <a:spcPts val="0"/>
              </a:spcAft>
              <a:buSzPts val="14933"/>
              <a:buNone/>
              <a:defRPr sz="14933"/>
            </a:lvl6pPr>
            <a:lvl7pPr lvl="6">
              <a:spcBef>
                <a:spcPts val="0"/>
              </a:spcBef>
              <a:spcAft>
                <a:spcPts val="0"/>
              </a:spcAft>
              <a:buSzPts val="14933"/>
              <a:buNone/>
              <a:defRPr sz="14933"/>
            </a:lvl7pPr>
            <a:lvl8pPr lvl="7">
              <a:spcBef>
                <a:spcPts val="0"/>
              </a:spcBef>
              <a:spcAft>
                <a:spcPts val="0"/>
              </a:spcAft>
              <a:buSzPts val="14933"/>
              <a:buNone/>
              <a:defRPr sz="14933"/>
            </a:lvl8pPr>
            <a:lvl9pPr lvl="8">
              <a:spcBef>
                <a:spcPts val="0"/>
              </a:spcBef>
              <a:spcAft>
                <a:spcPts val="0"/>
              </a:spcAft>
              <a:buSzPts val="14933"/>
              <a:buNone/>
              <a:defRPr sz="14933"/>
            </a:lvl9pPr>
          </a:lstStyle>
          <a:p/>
        </p:txBody>
      </p:sp>
      <p:sp>
        <p:nvSpPr>
          <p:cNvPr id="18" name="Google Shape;18;p4"/>
          <p:cNvSpPr txBox="1"/>
          <p:nvPr>
            <p:ph idx="1" type="body"/>
          </p:nvPr>
        </p:nvSpPr>
        <p:spPr>
          <a:xfrm>
            <a:off x="1496160" y="7375840"/>
            <a:ext cx="40899000" cy="21864900"/>
          </a:xfrm>
          <a:prstGeom prst="rect">
            <a:avLst/>
          </a:prstGeom>
        </p:spPr>
        <p:txBody>
          <a:bodyPr anchorCtr="0" anchor="t" bIns="487600" lIns="487600" spcFirstLastPara="1" rIns="487600" wrap="square" tIns="487600">
            <a:normAutofit/>
          </a:bodyPr>
          <a:lstStyle>
            <a:lvl1pPr indent="-838200" lvl="0" marL="457200">
              <a:spcBef>
                <a:spcPts val="0"/>
              </a:spcBef>
              <a:spcAft>
                <a:spcPts val="0"/>
              </a:spcAft>
              <a:buSzPts val="9600"/>
              <a:buChar char="●"/>
              <a:defRPr sz="9600"/>
            </a:lvl1pPr>
            <a:lvl2pPr indent="-702734" lvl="1" marL="914400">
              <a:spcBef>
                <a:spcPts val="0"/>
              </a:spcBef>
              <a:spcAft>
                <a:spcPts val="0"/>
              </a:spcAft>
              <a:buSzPts val="7467"/>
              <a:buChar char="○"/>
              <a:defRPr sz="7467"/>
            </a:lvl2pPr>
            <a:lvl3pPr indent="-702734" lvl="2" marL="1371600">
              <a:spcBef>
                <a:spcPts val="0"/>
              </a:spcBef>
              <a:spcAft>
                <a:spcPts val="0"/>
              </a:spcAft>
              <a:buSzPts val="7467"/>
              <a:buChar char="■"/>
              <a:defRPr sz="7467"/>
            </a:lvl3pPr>
            <a:lvl4pPr indent="-702734" lvl="3" marL="1828800">
              <a:spcBef>
                <a:spcPts val="0"/>
              </a:spcBef>
              <a:spcAft>
                <a:spcPts val="0"/>
              </a:spcAft>
              <a:buSzPts val="7467"/>
              <a:buChar char="●"/>
              <a:defRPr sz="7467"/>
            </a:lvl4pPr>
            <a:lvl5pPr indent="-702734" lvl="4" marL="2286000">
              <a:spcBef>
                <a:spcPts val="0"/>
              </a:spcBef>
              <a:spcAft>
                <a:spcPts val="0"/>
              </a:spcAft>
              <a:buSzPts val="7467"/>
              <a:buChar char="○"/>
              <a:defRPr sz="7467"/>
            </a:lvl5pPr>
            <a:lvl6pPr indent="-702733" lvl="5" marL="2743200">
              <a:spcBef>
                <a:spcPts val="0"/>
              </a:spcBef>
              <a:spcAft>
                <a:spcPts val="0"/>
              </a:spcAft>
              <a:buSzPts val="7467"/>
              <a:buChar char="■"/>
              <a:defRPr sz="7467"/>
            </a:lvl6pPr>
            <a:lvl7pPr indent="-702733" lvl="6" marL="3200400">
              <a:spcBef>
                <a:spcPts val="0"/>
              </a:spcBef>
              <a:spcAft>
                <a:spcPts val="0"/>
              </a:spcAft>
              <a:buSzPts val="7467"/>
              <a:buChar char="●"/>
              <a:defRPr sz="7467"/>
            </a:lvl7pPr>
            <a:lvl8pPr indent="-702733" lvl="7" marL="3657600">
              <a:spcBef>
                <a:spcPts val="0"/>
              </a:spcBef>
              <a:spcAft>
                <a:spcPts val="0"/>
              </a:spcAft>
              <a:buSzPts val="7467"/>
              <a:buChar char="○"/>
              <a:defRPr sz="7467"/>
            </a:lvl8pPr>
            <a:lvl9pPr indent="-702733" lvl="8" marL="4114800">
              <a:spcBef>
                <a:spcPts val="0"/>
              </a:spcBef>
              <a:spcAft>
                <a:spcPts val="0"/>
              </a:spcAft>
              <a:buSzPts val="7467"/>
              <a:buChar char="■"/>
              <a:defRPr sz="7467"/>
            </a:lvl9pPr>
          </a:lstStyle>
          <a:p/>
        </p:txBody>
      </p:sp>
      <p:sp>
        <p:nvSpPr>
          <p:cNvPr id="19" name="Google Shape;19;p4"/>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496160" y="2848160"/>
            <a:ext cx="40899000" cy="3665400"/>
          </a:xfrm>
          <a:prstGeom prst="rect">
            <a:avLst/>
          </a:prstGeom>
        </p:spPr>
        <p:txBody>
          <a:bodyPr anchorCtr="0" anchor="t" bIns="487600" lIns="487600" spcFirstLastPara="1" rIns="487600" wrap="square" tIns="487600">
            <a:normAutofit/>
          </a:bodyPr>
          <a:lstStyle>
            <a:lvl1pPr lvl="0">
              <a:spcBef>
                <a:spcPts val="0"/>
              </a:spcBef>
              <a:spcAft>
                <a:spcPts val="0"/>
              </a:spcAft>
              <a:buSzPts val="14933"/>
              <a:buNone/>
              <a:defRPr sz="14933"/>
            </a:lvl1pPr>
            <a:lvl2pPr lvl="1">
              <a:spcBef>
                <a:spcPts val="0"/>
              </a:spcBef>
              <a:spcAft>
                <a:spcPts val="0"/>
              </a:spcAft>
              <a:buSzPts val="14933"/>
              <a:buNone/>
              <a:defRPr sz="14933"/>
            </a:lvl2pPr>
            <a:lvl3pPr lvl="2">
              <a:spcBef>
                <a:spcPts val="0"/>
              </a:spcBef>
              <a:spcAft>
                <a:spcPts val="0"/>
              </a:spcAft>
              <a:buSzPts val="14933"/>
              <a:buNone/>
              <a:defRPr sz="14933"/>
            </a:lvl3pPr>
            <a:lvl4pPr lvl="3">
              <a:spcBef>
                <a:spcPts val="0"/>
              </a:spcBef>
              <a:spcAft>
                <a:spcPts val="0"/>
              </a:spcAft>
              <a:buSzPts val="14933"/>
              <a:buNone/>
              <a:defRPr sz="14933"/>
            </a:lvl4pPr>
            <a:lvl5pPr lvl="4">
              <a:spcBef>
                <a:spcPts val="0"/>
              </a:spcBef>
              <a:spcAft>
                <a:spcPts val="0"/>
              </a:spcAft>
              <a:buSzPts val="14933"/>
              <a:buNone/>
              <a:defRPr sz="14933"/>
            </a:lvl5pPr>
            <a:lvl6pPr lvl="5">
              <a:spcBef>
                <a:spcPts val="0"/>
              </a:spcBef>
              <a:spcAft>
                <a:spcPts val="0"/>
              </a:spcAft>
              <a:buSzPts val="14933"/>
              <a:buNone/>
              <a:defRPr sz="14933"/>
            </a:lvl6pPr>
            <a:lvl7pPr lvl="6">
              <a:spcBef>
                <a:spcPts val="0"/>
              </a:spcBef>
              <a:spcAft>
                <a:spcPts val="0"/>
              </a:spcAft>
              <a:buSzPts val="14933"/>
              <a:buNone/>
              <a:defRPr sz="14933"/>
            </a:lvl7pPr>
            <a:lvl8pPr lvl="7">
              <a:spcBef>
                <a:spcPts val="0"/>
              </a:spcBef>
              <a:spcAft>
                <a:spcPts val="0"/>
              </a:spcAft>
              <a:buSzPts val="14933"/>
              <a:buNone/>
              <a:defRPr sz="14933"/>
            </a:lvl8pPr>
            <a:lvl9pPr lvl="8">
              <a:spcBef>
                <a:spcPts val="0"/>
              </a:spcBef>
              <a:spcAft>
                <a:spcPts val="0"/>
              </a:spcAft>
              <a:buSzPts val="14933"/>
              <a:buNone/>
              <a:defRPr sz="14933"/>
            </a:lvl9pPr>
          </a:lstStyle>
          <a:p/>
        </p:txBody>
      </p:sp>
      <p:sp>
        <p:nvSpPr>
          <p:cNvPr id="22" name="Google Shape;22;p5"/>
          <p:cNvSpPr txBox="1"/>
          <p:nvPr>
            <p:ph idx="1" type="body"/>
          </p:nvPr>
        </p:nvSpPr>
        <p:spPr>
          <a:xfrm>
            <a:off x="1496160" y="7375840"/>
            <a:ext cx="19199400" cy="21864900"/>
          </a:xfrm>
          <a:prstGeom prst="rect">
            <a:avLst/>
          </a:prstGeom>
        </p:spPr>
        <p:txBody>
          <a:bodyPr anchorCtr="0" anchor="t" bIns="487600" lIns="487600" spcFirstLastPara="1" rIns="487600" wrap="square" tIns="487600">
            <a:normAutofit/>
          </a:bodyPr>
          <a:lstStyle>
            <a:lvl1pPr indent="-702734" lvl="0" marL="457200">
              <a:spcBef>
                <a:spcPts val="0"/>
              </a:spcBef>
              <a:spcAft>
                <a:spcPts val="0"/>
              </a:spcAft>
              <a:buSzPts val="7467"/>
              <a:buChar char="●"/>
              <a:defRPr sz="7467"/>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23" name="Google Shape;23;p5"/>
          <p:cNvSpPr txBox="1"/>
          <p:nvPr>
            <p:ph idx="2" type="body"/>
          </p:nvPr>
        </p:nvSpPr>
        <p:spPr>
          <a:xfrm>
            <a:off x="23195520" y="7375840"/>
            <a:ext cx="19199400" cy="21864900"/>
          </a:xfrm>
          <a:prstGeom prst="rect">
            <a:avLst/>
          </a:prstGeom>
        </p:spPr>
        <p:txBody>
          <a:bodyPr anchorCtr="0" anchor="t" bIns="487600" lIns="487600" spcFirstLastPara="1" rIns="487600" wrap="square" tIns="487600">
            <a:normAutofit/>
          </a:bodyPr>
          <a:lstStyle>
            <a:lvl1pPr indent="-702734" lvl="0" marL="457200">
              <a:spcBef>
                <a:spcPts val="0"/>
              </a:spcBef>
              <a:spcAft>
                <a:spcPts val="0"/>
              </a:spcAft>
              <a:buSzPts val="7467"/>
              <a:buChar char="●"/>
              <a:defRPr sz="7467"/>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24" name="Google Shape;24;p5"/>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496160" y="2848160"/>
            <a:ext cx="40899000" cy="3665400"/>
          </a:xfrm>
          <a:prstGeom prst="rect">
            <a:avLst/>
          </a:prstGeom>
        </p:spPr>
        <p:txBody>
          <a:bodyPr anchorCtr="0" anchor="t" bIns="487600" lIns="487600" spcFirstLastPara="1" rIns="487600" wrap="square" tIns="487600">
            <a:normAutofit/>
          </a:bodyPr>
          <a:lstStyle>
            <a:lvl1pPr lvl="0">
              <a:spcBef>
                <a:spcPts val="0"/>
              </a:spcBef>
              <a:spcAft>
                <a:spcPts val="0"/>
              </a:spcAft>
              <a:buSzPts val="14933"/>
              <a:buNone/>
              <a:defRPr sz="14933"/>
            </a:lvl1pPr>
            <a:lvl2pPr lvl="1">
              <a:spcBef>
                <a:spcPts val="0"/>
              </a:spcBef>
              <a:spcAft>
                <a:spcPts val="0"/>
              </a:spcAft>
              <a:buSzPts val="14933"/>
              <a:buNone/>
              <a:defRPr sz="14933"/>
            </a:lvl2pPr>
            <a:lvl3pPr lvl="2">
              <a:spcBef>
                <a:spcPts val="0"/>
              </a:spcBef>
              <a:spcAft>
                <a:spcPts val="0"/>
              </a:spcAft>
              <a:buSzPts val="14933"/>
              <a:buNone/>
              <a:defRPr sz="14933"/>
            </a:lvl3pPr>
            <a:lvl4pPr lvl="3">
              <a:spcBef>
                <a:spcPts val="0"/>
              </a:spcBef>
              <a:spcAft>
                <a:spcPts val="0"/>
              </a:spcAft>
              <a:buSzPts val="14933"/>
              <a:buNone/>
              <a:defRPr sz="14933"/>
            </a:lvl4pPr>
            <a:lvl5pPr lvl="4">
              <a:spcBef>
                <a:spcPts val="0"/>
              </a:spcBef>
              <a:spcAft>
                <a:spcPts val="0"/>
              </a:spcAft>
              <a:buSzPts val="14933"/>
              <a:buNone/>
              <a:defRPr sz="14933"/>
            </a:lvl5pPr>
            <a:lvl6pPr lvl="5">
              <a:spcBef>
                <a:spcPts val="0"/>
              </a:spcBef>
              <a:spcAft>
                <a:spcPts val="0"/>
              </a:spcAft>
              <a:buSzPts val="14933"/>
              <a:buNone/>
              <a:defRPr sz="14933"/>
            </a:lvl6pPr>
            <a:lvl7pPr lvl="6">
              <a:spcBef>
                <a:spcPts val="0"/>
              </a:spcBef>
              <a:spcAft>
                <a:spcPts val="0"/>
              </a:spcAft>
              <a:buSzPts val="14933"/>
              <a:buNone/>
              <a:defRPr sz="14933"/>
            </a:lvl7pPr>
            <a:lvl8pPr lvl="7">
              <a:spcBef>
                <a:spcPts val="0"/>
              </a:spcBef>
              <a:spcAft>
                <a:spcPts val="0"/>
              </a:spcAft>
              <a:buSzPts val="14933"/>
              <a:buNone/>
              <a:defRPr sz="14933"/>
            </a:lvl8pPr>
            <a:lvl9pPr lvl="8">
              <a:spcBef>
                <a:spcPts val="0"/>
              </a:spcBef>
              <a:spcAft>
                <a:spcPts val="0"/>
              </a:spcAft>
              <a:buSzPts val="14933"/>
              <a:buNone/>
              <a:defRPr sz="14933"/>
            </a:lvl9pPr>
          </a:lstStyle>
          <a:p/>
        </p:txBody>
      </p:sp>
      <p:sp>
        <p:nvSpPr>
          <p:cNvPr id="27" name="Google Shape;27;p6"/>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496160" y="3555840"/>
            <a:ext cx="13478400" cy="4836600"/>
          </a:xfrm>
          <a:prstGeom prst="rect">
            <a:avLst/>
          </a:prstGeom>
        </p:spPr>
        <p:txBody>
          <a:bodyPr anchorCtr="0" anchor="b" bIns="487600" lIns="487600" spcFirstLastPara="1" rIns="487600" wrap="square" tIns="487600">
            <a:normAutofit/>
          </a:bodyPr>
          <a:lstStyle>
            <a:lvl1pPr lvl="0">
              <a:spcBef>
                <a:spcPts val="0"/>
              </a:spcBef>
              <a:spcAft>
                <a:spcPts val="0"/>
              </a:spcAft>
              <a:buSzPts val="12800"/>
              <a:buNone/>
              <a:defRPr sz="12800"/>
            </a:lvl1pPr>
            <a:lvl2pPr lvl="1">
              <a:spcBef>
                <a:spcPts val="0"/>
              </a:spcBef>
              <a:spcAft>
                <a:spcPts val="0"/>
              </a:spcAft>
              <a:buSzPts val="12800"/>
              <a:buNone/>
              <a:defRPr sz="12800"/>
            </a:lvl2pPr>
            <a:lvl3pPr lvl="2">
              <a:spcBef>
                <a:spcPts val="0"/>
              </a:spcBef>
              <a:spcAft>
                <a:spcPts val="0"/>
              </a:spcAft>
              <a:buSzPts val="12800"/>
              <a:buNone/>
              <a:defRPr sz="12800"/>
            </a:lvl3pPr>
            <a:lvl4pPr lvl="3">
              <a:spcBef>
                <a:spcPts val="0"/>
              </a:spcBef>
              <a:spcAft>
                <a:spcPts val="0"/>
              </a:spcAft>
              <a:buSzPts val="12800"/>
              <a:buNone/>
              <a:defRPr sz="12800"/>
            </a:lvl4pPr>
            <a:lvl5pPr lvl="4">
              <a:spcBef>
                <a:spcPts val="0"/>
              </a:spcBef>
              <a:spcAft>
                <a:spcPts val="0"/>
              </a:spcAft>
              <a:buSzPts val="12800"/>
              <a:buNone/>
              <a:defRPr sz="12800"/>
            </a:lvl5pPr>
            <a:lvl6pPr lvl="5">
              <a:spcBef>
                <a:spcPts val="0"/>
              </a:spcBef>
              <a:spcAft>
                <a:spcPts val="0"/>
              </a:spcAft>
              <a:buSzPts val="12800"/>
              <a:buNone/>
              <a:defRPr sz="12800"/>
            </a:lvl6pPr>
            <a:lvl7pPr lvl="6">
              <a:spcBef>
                <a:spcPts val="0"/>
              </a:spcBef>
              <a:spcAft>
                <a:spcPts val="0"/>
              </a:spcAft>
              <a:buSzPts val="12800"/>
              <a:buNone/>
              <a:defRPr sz="12800"/>
            </a:lvl7pPr>
            <a:lvl8pPr lvl="7">
              <a:spcBef>
                <a:spcPts val="0"/>
              </a:spcBef>
              <a:spcAft>
                <a:spcPts val="0"/>
              </a:spcAft>
              <a:buSzPts val="12800"/>
              <a:buNone/>
              <a:defRPr sz="12800"/>
            </a:lvl8pPr>
            <a:lvl9pPr lvl="8">
              <a:spcBef>
                <a:spcPts val="0"/>
              </a:spcBef>
              <a:spcAft>
                <a:spcPts val="0"/>
              </a:spcAft>
              <a:buSzPts val="12800"/>
              <a:buNone/>
              <a:defRPr sz="12800"/>
            </a:lvl9pPr>
          </a:lstStyle>
          <a:p/>
        </p:txBody>
      </p:sp>
      <p:sp>
        <p:nvSpPr>
          <p:cNvPr id="30" name="Google Shape;30;p7"/>
          <p:cNvSpPr txBox="1"/>
          <p:nvPr>
            <p:ph idx="1" type="body"/>
          </p:nvPr>
        </p:nvSpPr>
        <p:spPr>
          <a:xfrm>
            <a:off x="1496160" y="8893440"/>
            <a:ext cx="13478400" cy="20348100"/>
          </a:xfrm>
          <a:prstGeom prst="rect">
            <a:avLst/>
          </a:prstGeom>
        </p:spPr>
        <p:txBody>
          <a:bodyPr anchorCtr="0" anchor="t" bIns="487600" lIns="487600" spcFirstLastPara="1" rIns="487600" wrap="square" tIns="487600">
            <a:normAutofit/>
          </a:bodyPr>
          <a:lstStyle>
            <a:lvl1pPr indent="-635000" lvl="0" marL="457200">
              <a:spcBef>
                <a:spcPts val="0"/>
              </a:spcBef>
              <a:spcAft>
                <a:spcPts val="0"/>
              </a:spcAft>
              <a:buSzPts val="6400"/>
              <a:buChar char="●"/>
              <a:defRPr sz="6400"/>
            </a:lvl1pPr>
            <a:lvl2pPr indent="-635000" lvl="1" marL="914400">
              <a:spcBef>
                <a:spcPts val="0"/>
              </a:spcBef>
              <a:spcAft>
                <a:spcPts val="0"/>
              </a:spcAft>
              <a:buSzPts val="6400"/>
              <a:buChar char="○"/>
              <a:defRPr sz="6400"/>
            </a:lvl2pPr>
            <a:lvl3pPr indent="-635000" lvl="2" marL="1371600">
              <a:spcBef>
                <a:spcPts val="0"/>
              </a:spcBef>
              <a:spcAft>
                <a:spcPts val="0"/>
              </a:spcAft>
              <a:buSzPts val="6400"/>
              <a:buChar char="■"/>
              <a:defRPr sz="6400"/>
            </a:lvl3pPr>
            <a:lvl4pPr indent="-635000" lvl="3" marL="1828800">
              <a:spcBef>
                <a:spcPts val="0"/>
              </a:spcBef>
              <a:spcAft>
                <a:spcPts val="0"/>
              </a:spcAft>
              <a:buSzPts val="6400"/>
              <a:buChar char="●"/>
              <a:defRPr sz="6400"/>
            </a:lvl4pPr>
            <a:lvl5pPr indent="-635000" lvl="4" marL="2286000">
              <a:spcBef>
                <a:spcPts val="0"/>
              </a:spcBef>
              <a:spcAft>
                <a:spcPts val="0"/>
              </a:spcAft>
              <a:buSzPts val="6400"/>
              <a:buChar char="○"/>
              <a:defRPr sz="6400"/>
            </a:lvl5pPr>
            <a:lvl6pPr indent="-635000" lvl="5" marL="2743200">
              <a:spcBef>
                <a:spcPts val="0"/>
              </a:spcBef>
              <a:spcAft>
                <a:spcPts val="0"/>
              </a:spcAft>
              <a:buSzPts val="6400"/>
              <a:buChar char="■"/>
              <a:defRPr sz="6400"/>
            </a:lvl6pPr>
            <a:lvl7pPr indent="-635000" lvl="6" marL="3200400">
              <a:spcBef>
                <a:spcPts val="0"/>
              </a:spcBef>
              <a:spcAft>
                <a:spcPts val="0"/>
              </a:spcAft>
              <a:buSzPts val="6400"/>
              <a:buChar char="●"/>
              <a:defRPr sz="6400"/>
            </a:lvl7pPr>
            <a:lvl8pPr indent="-635000" lvl="7" marL="3657600">
              <a:spcBef>
                <a:spcPts val="0"/>
              </a:spcBef>
              <a:spcAft>
                <a:spcPts val="0"/>
              </a:spcAft>
              <a:buSzPts val="6400"/>
              <a:buChar char="○"/>
              <a:defRPr sz="6400"/>
            </a:lvl8pPr>
            <a:lvl9pPr indent="-635000" lvl="8" marL="4114800">
              <a:spcBef>
                <a:spcPts val="0"/>
              </a:spcBef>
              <a:spcAft>
                <a:spcPts val="0"/>
              </a:spcAft>
              <a:buSzPts val="6400"/>
              <a:buChar char="■"/>
              <a:defRPr sz="6400"/>
            </a:lvl9pPr>
          </a:lstStyle>
          <a:p/>
        </p:txBody>
      </p:sp>
      <p:sp>
        <p:nvSpPr>
          <p:cNvPr id="31" name="Google Shape;31;p7"/>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2353200" y="2880960"/>
            <a:ext cx="30565500" cy="26181000"/>
          </a:xfrm>
          <a:prstGeom prst="rect">
            <a:avLst/>
          </a:prstGeom>
        </p:spPr>
        <p:txBody>
          <a:bodyPr anchorCtr="0" anchor="ctr" bIns="487600" lIns="487600" spcFirstLastPara="1" rIns="487600" wrap="square" tIns="487600">
            <a:normAutofit/>
          </a:bodyPr>
          <a:lstStyle>
            <a:lvl1pPr lvl="0">
              <a:spcBef>
                <a:spcPts val="0"/>
              </a:spcBef>
              <a:spcAft>
                <a:spcPts val="0"/>
              </a:spcAft>
              <a:buSzPts val="25600"/>
              <a:buNone/>
              <a:defRPr sz="25600"/>
            </a:lvl1pPr>
            <a:lvl2pPr lvl="1">
              <a:spcBef>
                <a:spcPts val="0"/>
              </a:spcBef>
              <a:spcAft>
                <a:spcPts val="0"/>
              </a:spcAft>
              <a:buSzPts val="25600"/>
              <a:buNone/>
              <a:defRPr sz="25600"/>
            </a:lvl2pPr>
            <a:lvl3pPr lvl="2">
              <a:spcBef>
                <a:spcPts val="0"/>
              </a:spcBef>
              <a:spcAft>
                <a:spcPts val="0"/>
              </a:spcAft>
              <a:buSzPts val="25600"/>
              <a:buNone/>
              <a:defRPr sz="25600"/>
            </a:lvl3pPr>
            <a:lvl4pPr lvl="3">
              <a:spcBef>
                <a:spcPts val="0"/>
              </a:spcBef>
              <a:spcAft>
                <a:spcPts val="0"/>
              </a:spcAft>
              <a:buSzPts val="25600"/>
              <a:buNone/>
              <a:defRPr sz="25600"/>
            </a:lvl4pPr>
            <a:lvl5pPr lvl="4">
              <a:spcBef>
                <a:spcPts val="0"/>
              </a:spcBef>
              <a:spcAft>
                <a:spcPts val="0"/>
              </a:spcAft>
              <a:buSzPts val="25600"/>
              <a:buNone/>
              <a:defRPr sz="25600"/>
            </a:lvl5pPr>
            <a:lvl6pPr lvl="5">
              <a:spcBef>
                <a:spcPts val="0"/>
              </a:spcBef>
              <a:spcAft>
                <a:spcPts val="0"/>
              </a:spcAft>
              <a:buSzPts val="25600"/>
              <a:buNone/>
              <a:defRPr sz="25600"/>
            </a:lvl6pPr>
            <a:lvl7pPr lvl="6">
              <a:spcBef>
                <a:spcPts val="0"/>
              </a:spcBef>
              <a:spcAft>
                <a:spcPts val="0"/>
              </a:spcAft>
              <a:buSzPts val="25600"/>
              <a:buNone/>
              <a:defRPr sz="25600"/>
            </a:lvl7pPr>
            <a:lvl8pPr lvl="7">
              <a:spcBef>
                <a:spcPts val="0"/>
              </a:spcBef>
              <a:spcAft>
                <a:spcPts val="0"/>
              </a:spcAft>
              <a:buSzPts val="25600"/>
              <a:buNone/>
              <a:defRPr sz="25600"/>
            </a:lvl8pPr>
            <a:lvl9pPr lvl="8">
              <a:spcBef>
                <a:spcPts val="0"/>
              </a:spcBef>
              <a:spcAft>
                <a:spcPts val="0"/>
              </a:spcAft>
              <a:buSzPts val="25600"/>
              <a:buNone/>
              <a:defRPr sz="25600"/>
            </a:lvl9pPr>
          </a:lstStyle>
          <a:p/>
        </p:txBody>
      </p:sp>
      <p:sp>
        <p:nvSpPr>
          <p:cNvPr id="34" name="Google Shape;34;p8"/>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21945600" y="-800"/>
            <a:ext cx="21945600" cy="32918400"/>
          </a:xfrm>
          <a:prstGeom prst="rect">
            <a:avLst/>
          </a:prstGeom>
          <a:solidFill>
            <a:schemeClr val="lt2"/>
          </a:solidFill>
          <a:ln>
            <a:noFill/>
          </a:ln>
        </p:spPr>
        <p:txBody>
          <a:bodyPr anchorCtr="0" anchor="ctr" bIns="487600" lIns="487600" spcFirstLastPara="1" rIns="487600" wrap="square" tIns="4876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274400" y="7892320"/>
            <a:ext cx="19416900" cy="94866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22400"/>
              <a:buNone/>
              <a:defRPr sz="22400"/>
            </a:lvl1pPr>
            <a:lvl2pPr lvl="1" algn="ctr">
              <a:spcBef>
                <a:spcPts val="0"/>
              </a:spcBef>
              <a:spcAft>
                <a:spcPts val="0"/>
              </a:spcAft>
              <a:buSzPts val="22400"/>
              <a:buNone/>
              <a:defRPr sz="22400"/>
            </a:lvl2pPr>
            <a:lvl3pPr lvl="2" algn="ctr">
              <a:spcBef>
                <a:spcPts val="0"/>
              </a:spcBef>
              <a:spcAft>
                <a:spcPts val="0"/>
              </a:spcAft>
              <a:buSzPts val="22400"/>
              <a:buNone/>
              <a:defRPr sz="22400"/>
            </a:lvl3pPr>
            <a:lvl4pPr lvl="3" algn="ctr">
              <a:spcBef>
                <a:spcPts val="0"/>
              </a:spcBef>
              <a:spcAft>
                <a:spcPts val="0"/>
              </a:spcAft>
              <a:buSzPts val="22400"/>
              <a:buNone/>
              <a:defRPr sz="22400"/>
            </a:lvl4pPr>
            <a:lvl5pPr lvl="4" algn="ctr">
              <a:spcBef>
                <a:spcPts val="0"/>
              </a:spcBef>
              <a:spcAft>
                <a:spcPts val="0"/>
              </a:spcAft>
              <a:buSzPts val="22400"/>
              <a:buNone/>
              <a:defRPr sz="22400"/>
            </a:lvl5pPr>
            <a:lvl6pPr lvl="5" algn="ctr">
              <a:spcBef>
                <a:spcPts val="0"/>
              </a:spcBef>
              <a:spcAft>
                <a:spcPts val="0"/>
              </a:spcAft>
              <a:buSzPts val="22400"/>
              <a:buNone/>
              <a:defRPr sz="22400"/>
            </a:lvl6pPr>
            <a:lvl7pPr lvl="6" algn="ctr">
              <a:spcBef>
                <a:spcPts val="0"/>
              </a:spcBef>
              <a:spcAft>
                <a:spcPts val="0"/>
              </a:spcAft>
              <a:buSzPts val="22400"/>
              <a:buNone/>
              <a:defRPr sz="22400"/>
            </a:lvl7pPr>
            <a:lvl8pPr lvl="7" algn="ctr">
              <a:spcBef>
                <a:spcPts val="0"/>
              </a:spcBef>
              <a:spcAft>
                <a:spcPts val="0"/>
              </a:spcAft>
              <a:buSzPts val="22400"/>
              <a:buNone/>
              <a:defRPr sz="22400"/>
            </a:lvl8pPr>
            <a:lvl9pPr lvl="8" algn="ctr">
              <a:spcBef>
                <a:spcPts val="0"/>
              </a:spcBef>
              <a:spcAft>
                <a:spcPts val="0"/>
              </a:spcAft>
              <a:buSzPts val="22400"/>
              <a:buNone/>
              <a:defRPr sz="22400"/>
            </a:lvl9pPr>
          </a:lstStyle>
          <a:p/>
        </p:txBody>
      </p:sp>
      <p:sp>
        <p:nvSpPr>
          <p:cNvPr id="38" name="Google Shape;38;p9"/>
          <p:cNvSpPr txBox="1"/>
          <p:nvPr>
            <p:ph idx="1" type="subTitle"/>
          </p:nvPr>
        </p:nvSpPr>
        <p:spPr>
          <a:xfrm>
            <a:off x="1274400" y="17939680"/>
            <a:ext cx="19416900" cy="7904700"/>
          </a:xfrm>
          <a:prstGeom prst="rect">
            <a:avLst/>
          </a:prstGeom>
        </p:spPr>
        <p:txBody>
          <a:bodyPr anchorCtr="0" anchor="t" bIns="487600" lIns="487600" spcFirstLastPara="1" rIns="487600" wrap="square" tIns="487600">
            <a:normAutofit/>
          </a:bodyPr>
          <a:lstStyle>
            <a:lvl1pPr lvl="0" algn="ctr">
              <a:lnSpc>
                <a:spcPct val="100000"/>
              </a:lnSpc>
              <a:spcBef>
                <a:spcPts val="0"/>
              </a:spcBef>
              <a:spcAft>
                <a:spcPts val="0"/>
              </a:spcAft>
              <a:buSzPts val="11200"/>
              <a:buNone/>
              <a:defRPr sz="11200"/>
            </a:lvl1pPr>
            <a:lvl2pPr lvl="1" algn="ctr">
              <a:lnSpc>
                <a:spcPct val="100000"/>
              </a:lnSpc>
              <a:spcBef>
                <a:spcPts val="0"/>
              </a:spcBef>
              <a:spcAft>
                <a:spcPts val="0"/>
              </a:spcAft>
              <a:buSzPts val="11200"/>
              <a:buNone/>
              <a:defRPr sz="11200"/>
            </a:lvl2pPr>
            <a:lvl3pPr lvl="2" algn="ctr">
              <a:lnSpc>
                <a:spcPct val="100000"/>
              </a:lnSpc>
              <a:spcBef>
                <a:spcPts val="0"/>
              </a:spcBef>
              <a:spcAft>
                <a:spcPts val="0"/>
              </a:spcAft>
              <a:buSzPts val="11200"/>
              <a:buNone/>
              <a:defRPr sz="11200"/>
            </a:lvl3pPr>
            <a:lvl4pPr lvl="3" algn="ctr">
              <a:lnSpc>
                <a:spcPct val="100000"/>
              </a:lnSpc>
              <a:spcBef>
                <a:spcPts val="0"/>
              </a:spcBef>
              <a:spcAft>
                <a:spcPts val="0"/>
              </a:spcAft>
              <a:buSzPts val="11200"/>
              <a:buNone/>
              <a:defRPr sz="11200"/>
            </a:lvl4pPr>
            <a:lvl5pPr lvl="4" algn="ctr">
              <a:lnSpc>
                <a:spcPct val="100000"/>
              </a:lnSpc>
              <a:spcBef>
                <a:spcPts val="0"/>
              </a:spcBef>
              <a:spcAft>
                <a:spcPts val="0"/>
              </a:spcAft>
              <a:buSzPts val="11200"/>
              <a:buNone/>
              <a:defRPr sz="11200"/>
            </a:lvl5pPr>
            <a:lvl6pPr lvl="5" algn="ctr">
              <a:lnSpc>
                <a:spcPct val="100000"/>
              </a:lnSpc>
              <a:spcBef>
                <a:spcPts val="0"/>
              </a:spcBef>
              <a:spcAft>
                <a:spcPts val="0"/>
              </a:spcAft>
              <a:buSzPts val="11200"/>
              <a:buNone/>
              <a:defRPr sz="11200"/>
            </a:lvl6pPr>
            <a:lvl7pPr lvl="6" algn="ctr">
              <a:lnSpc>
                <a:spcPct val="100000"/>
              </a:lnSpc>
              <a:spcBef>
                <a:spcPts val="0"/>
              </a:spcBef>
              <a:spcAft>
                <a:spcPts val="0"/>
              </a:spcAft>
              <a:buSzPts val="11200"/>
              <a:buNone/>
              <a:defRPr sz="11200"/>
            </a:lvl7pPr>
            <a:lvl8pPr lvl="7" algn="ctr">
              <a:lnSpc>
                <a:spcPct val="100000"/>
              </a:lnSpc>
              <a:spcBef>
                <a:spcPts val="0"/>
              </a:spcBef>
              <a:spcAft>
                <a:spcPts val="0"/>
              </a:spcAft>
              <a:buSzPts val="11200"/>
              <a:buNone/>
              <a:defRPr sz="11200"/>
            </a:lvl8pPr>
            <a:lvl9pPr lvl="8" algn="ctr">
              <a:lnSpc>
                <a:spcPct val="100000"/>
              </a:lnSpc>
              <a:spcBef>
                <a:spcPts val="0"/>
              </a:spcBef>
              <a:spcAft>
                <a:spcPts val="0"/>
              </a:spcAft>
              <a:buSzPts val="11200"/>
              <a:buNone/>
              <a:defRPr sz="11200"/>
            </a:lvl9pPr>
          </a:lstStyle>
          <a:p/>
        </p:txBody>
      </p:sp>
      <p:sp>
        <p:nvSpPr>
          <p:cNvPr id="39" name="Google Shape;39;p9"/>
          <p:cNvSpPr txBox="1"/>
          <p:nvPr>
            <p:ph idx="2" type="body"/>
          </p:nvPr>
        </p:nvSpPr>
        <p:spPr>
          <a:xfrm>
            <a:off x="23709600" y="4634080"/>
            <a:ext cx="18417600" cy="23648700"/>
          </a:xfrm>
          <a:prstGeom prst="rect">
            <a:avLst/>
          </a:prstGeom>
        </p:spPr>
        <p:txBody>
          <a:bodyPr anchorCtr="0" anchor="ctr" bIns="487600" lIns="487600" spcFirstLastPara="1" rIns="487600" wrap="square" tIns="487600">
            <a:normAutofit/>
          </a:bodyPr>
          <a:lstStyle>
            <a:lvl1pPr indent="-838200" lvl="0" marL="457200">
              <a:spcBef>
                <a:spcPts val="0"/>
              </a:spcBef>
              <a:spcAft>
                <a:spcPts val="0"/>
              </a:spcAft>
              <a:buSzPts val="9600"/>
              <a:buChar char="●"/>
              <a:defRPr sz="9600"/>
            </a:lvl1pPr>
            <a:lvl2pPr indent="-702734" lvl="1" marL="914400">
              <a:spcBef>
                <a:spcPts val="0"/>
              </a:spcBef>
              <a:spcAft>
                <a:spcPts val="0"/>
              </a:spcAft>
              <a:buSzPts val="7467"/>
              <a:buChar char="○"/>
              <a:defRPr sz="7467"/>
            </a:lvl2pPr>
            <a:lvl3pPr indent="-702734" lvl="2" marL="1371600">
              <a:spcBef>
                <a:spcPts val="0"/>
              </a:spcBef>
              <a:spcAft>
                <a:spcPts val="0"/>
              </a:spcAft>
              <a:buSzPts val="7467"/>
              <a:buChar char="■"/>
              <a:defRPr sz="7467"/>
            </a:lvl3pPr>
            <a:lvl4pPr indent="-702734" lvl="3" marL="1828800">
              <a:spcBef>
                <a:spcPts val="0"/>
              </a:spcBef>
              <a:spcAft>
                <a:spcPts val="0"/>
              </a:spcAft>
              <a:buSzPts val="7467"/>
              <a:buChar char="●"/>
              <a:defRPr sz="7467"/>
            </a:lvl4pPr>
            <a:lvl5pPr indent="-702734" lvl="4" marL="2286000">
              <a:spcBef>
                <a:spcPts val="0"/>
              </a:spcBef>
              <a:spcAft>
                <a:spcPts val="0"/>
              </a:spcAft>
              <a:buSzPts val="7467"/>
              <a:buChar char="○"/>
              <a:defRPr sz="7467"/>
            </a:lvl5pPr>
            <a:lvl6pPr indent="-702733" lvl="5" marL="2743200">
              <a:spcBef>
                <a:spcPts val="0"/>
              </a:spcBef>
              <a:spcAft>
                <a:spcPts val="0"/>
              </a:spcAft>
              <a:buSzPts val="7467"/>
              <a:buChar char="■"/>
              <a:defRPr sz="7467"/>
            </a:lvl6pPr>
            <a:lvl7pPr indent="-702733" lvl="6" marL="3200400">
              <a:spcBef>
                <a:spcPts val="0"/>
              </a:spcBef>
              <a:spcAft>
                <a:spcPts val="0"/>
              </a:spcAft>
              <a:buSzPts val="7467"/>
              <a:buChar char="●"/>
              <a:defRPr sz="7467"/>
            </a:lvl7pPr>
            <a:lvl8pPr indent="-702733" lvl="7" marL="3657600">
              <a:spcBef>
                <a:spcPts val="0"/>
              </a:spcBef>
              <a:spcAft>
                <a:spcPts val="0"/>
              </a:spcAft>
              <a:buSzPts val="7467"/>
              <a:buChar char="○"/>
              <a:defRPr sz="7467"/>
            </a:lvl8pPr>
            <a:lvl9pPr indent="-702733" lvl="8" marL="4114800">
              <a:spcBef>
                <a:spcPts val="0"/>
              </a:spcBef>
              <a:spcAft>
                <a:spcPts val="0"/>
              </a:spcAft>
              <a:buSzPts val="7467"/>
              <a:buChar char="■"/>
              <a:defRPr sz="7467"/>
            </a:lvl9pPr>
          </a:lstStyle>
          <a:p/>
        </p:txBody>
      </p:sp>
      <p:sp>
        <p:nvSpPr>
          <p:cNvPr id="40" name="Google Shape;40;p9"/>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496160" y="27075680"/>
            <a:ext cx="28794300" cy="3872700"/>
          </a:xfrm>
          <a:prstGeom prst="rect">
            <a:avLst/>
          </a:prstGeom>
        </p:spPr>
        <p:txBody>
          <a:bodyPr anchorCtr="0" anchor="ctr" bIns="487600" lIns="487600" spcFirstLastPara="1" rIns="487600" wrap="square" tIns="487600">
            <a:normAutofit/>
          </a:bodyPr>
          <a:lstStyle>
            <a:lvl1pPr indent="-228600" lvl="0" marL="457200">
              <a:lnSpc>
                <a:spcPct val="100000"/>
              </a:lnSpc>
              <a:spcBef>
                <a:spcPts val="0"/>
              </a:spcBef>
              <a:spcAft>
                <a:spcPts val="0"/>
              </a:spcAft>
              <a:buSzPts val="9600"/>
              <a:buNone/>
              <a:defRPr sz="9600"/>
            </a:lvl1pPr>
          </a:lstStyle>
          <a:p/>
        </p:txBody>
      </p:sp>
      <p:sp>
        <p:nvSpPr>
          <p:cNvPr id="43" name="Google Shape;43;p10"/>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496160" y="7079200"/>
            <a:ext cx="40899000" cy="12566400"/>
          </a:xfrm>
          <a:prstGeom prst="rect">
            <a:avLst/>
          </a:prstGeom>
        </p:spPr>
        <p:txBody>
          <a:bodyPr anchorCtr="0" anchor="b" bIns="487600" lIns="487600" spcFirstLastPara="1" rIns="487600" wrap="square" tIns="487600">
            <a:normAutofit/>
          </a:bodyPr>
          <a:lstStyle>
            <a:lvl1pPr lvl="0" algn="ctr">
              <a:spcBef>
                <a:spcPts val="0"/>
              </a:spcBef>
              <a:spcAft>
                <a:spcPts val="0"/>
              </a:spcAft>
              <a:buSzPts val="64000"/>
              <a:buNone/>
              <a:defRPr sz="64000"/>
            </a:lvl1pPr>
            <a:lvl2pPr lvl="1" algn="ctr">
              <a:spcBef>
                <a:spcPts val="0"/>
              </a:spcBef>
              <a:spcAft>
                <a:spcPts val="0"/>
              </a:spcAft>
              <a:buSzPts val="64000"/>
              <a:buNone/>
              <a:defRPr sz="64000"/>
            </a:lvl2pPr>
            <a:lvl3pPr lvl="2" algn="ctr">
              <a:spcBef>
                <a:spcPts val="0"/>
              </a:spcBef>
              <a:spcAft>
                <a:spcPts val="0"/>
              </a:spcAft>
              <a:buSzPts val="64000"/>
              <a:buNone/>
              <a:defRPr sz="64000"/>
            </a:lvl3pPr>
            <a:lvl4pPr lvl="3" algn="ctr">
              <a:spcBef>
                <a:spcPts val="0"/>
              </a:spcBef>
              <a:spcAft>
                <a:spcPts val="0"/>
              </a:spcAft>
              <a:buSzPts val="64000"/>
              <a:buNone/>
              <a:defRPr sz="64000"/>
            </a:lvl4pPr>
            <a:lvl5pPr lvl="4" algn="ctr">
              <a:spcBef>
                <a:spcPts val="0"/>
              </a:spcBef>
              <a:spcAft>
                <a:spcPts val="0"/>
              </a:spcAft>
              <a:buSzPts val="64000"/>
              <a:buNone/>
              <a:defRPr sz="64000"/>
            </a:lvl5pPr>
            <a:lvl6pPr lvl="5" algn="ctr">
              <a:spcBef>
                <a:spcPts val="0"/>
              </a:spcBef>
              <a:spcAft>
                <a:spcPts val="0"/>
              </a:spcAft>
              <a:buSzPts val="64000"/>
              <a:buNone/>
              <a:defRPr sz="64000"/>
            </a:lvl6pPr>
            <a:lvl7pPr lvl="6" algn="ctr">
              <a:spcBef>
                <a:spcPts val="0"/>
              </a:spcBef>
              <a:spcAft>
                <a:spcPts val="0"/>
              </a:spcAft>
              <a:buSzPts val="64000"/>
              <a:buNone/>
              <a:defRPr sz="64000"/>
            </a:lvl7pPr>
            <a:lvl8pPr lvl="7" algn="ctr">
              <a:spcBef>
                <a:spcPts val="0"/>
              </a:spcBef>
              <a:spcAft>
                <a:spcPts val="0"/>
              </a:spcAft>
              <a:buSzPts val="64000"/>
              <a:buNone/>
              <a:defRPr sz="64000"/>
            </a:lvl8pPr>
            <a:lvl9pPr lvl="8" algn="ctr">
              <a:spcBef>
                <a:spcPts val="0"/>
              </a:spcBef>
              <a:spcAft>
                <a:spcPts val="0"/>
              </a:spcAft>
              <a:buSzPts val="64000"/>
              <a:buNone/>
              <a:defRPr sz="64000"/>
            </a:lvl9pPr>
          </a:lstStyle>
          <a:p>
            <a:r>
              <a:t>xx%</a:t>
            </a:r>
          </a:p>
        </p:txBody>
      </p:sp>
      <p:sp>
        <p:nvSpPr>
          <p:cNvPr id="46" name="Google Shape;46;p11"/>
          <p:cNvSpPr txBox="1"/>
          <p:nvPr>
            <p:ph idx="1" type="body"/>
          </p:nvPr>
        </p:nvSpPr>
        <p:spPr>
          <a:xfrm>
            <a:off x="1496160" y="20174240"/>
            <a:ext cx="40899000" cy="8325000"/>
          </a:xfrm>
          <a:prstGeom prst="rect">
            <a:avLst/>
          </a:prstGeom>
        </p:spPr>
        <p:txBody>
          <a:bodyPr anchorCtr="0" anchor="t" bIns="487600" lIns="487600" spcFirstLastPara="1" rIns="487600" wrap="square" tIns="487600">
            <a:normAutofit/>
          </a:bodyPr>
          <a:lstStyle>
            <a:lvl1pPr indent="-838200" lvl="0" marL="457200" algn="ctr">
              <a:spcBef>
                <a:spcPts val="0"/>
              </a:spcBef>
              <a:spcAft>
                <a:spcPts val="0"/>
              </a:spcAft>
              <a:buSzPts val="9600"/>
              <a:buChar char="●"/>
              <a:defRPr sz="9600"/>
            </a:lvl1pPr>
            <a:lvl2pPr indent="-702734" lvl="1" marL="914400" algn="ctr">
              <a:spcBef>
                <a:spcPts val="0"/>
              </a:spcBef>
              <a:spcAft>
                <a:spcPts val="0"/>
              </a:spcAft>
              <a:buSzPts val="7467"/>
              <a:buChar char="○"/>
              <a:defRPr sz="7467"/>
            </a:lvl2pPr>
            <a:lvl3pPr indent="-702734" lvl="2" marL="1371600" algn="ctr">
              <a:spcBef>
                <a:spcPts val="0"/>
              </a:spcBef>
              <a:spcAft>
                <a:spcPts val="0"/>
              </a:spcAft>
              <a:buSzPts val="7467"/>
              <a:buChar char="■"/>
              <a:defRPr sz="7467"/>
            </a:lvl3pPr>
            <a:lvl4pPr indent="-702734" lvl="3" marL="1828800" algn="ctr">
              <a:spcBef>
                <a:spcPts val="0"/>
              </a:spcBef>
              <a:spcAft>
                <a:spcPts val="0"/>
              </a:spcAft>
              <a:buSzPts val="7467"/>
              <a:buChar char="●"/>
              <a:defRPr sz="7467"/>
            </a:lvl4pPr>
            <a:lvl5pPr indent="-702734" lvl="4" marL="2286000" algn="ctr">
              <a:spcBef>
                <a:spcPts val="0"/>
              </a:spcBef>
              <a:spcAft>
                <a:spcPts val="0"/>
              </a:spcAft>
              <a:buSzPts val="7467"/>
              <a:buChar char="○"/>
              <a:defRPr sz="7467"/>
            </a:lvl5pPr>
            <a:lvl6pPr indent="-702733" lvl="5" marL="2743200" algn="ctr">
              <a:spcBef>
                <a:spcPts val="0"/>
              </a:spcBef>
              <a:spcAft>
                <a:spcPts val="0"/>
              </a:spcAft>
              <a:buSzPts val="7467"/>
              <a:buChar char="■"/>
              <a:defRPr sz="7467"/>
            </a:lvl6pPr>
            <a:lvl7pPr indent="-702733" lvl="6" marL="3200400" algn="ctr">
              <a:spcBef>
                <a:spcPts val="0"/>
              </a:spcBef>
              <a:spcAft>
                <a:spcPts val="0"/>
              </a:spcAft>
              <a:buSzPts val="7467"/>
              <a:buChar char="●"/>
              <a:defRPr sz="7467"/>
            </a:lvl7pPr>
            <a:lvl8pPr indent="-702733" lvl="7" marL="3657600" algn="ctr">
              <a:spcBef>
                <a:spcPts val="0"/>
              </a:spcBef>
              <a:spcAft>
                <a:spcPts val="0"/>
              </a:spcAft>
              <a:buSzPts val="7467"/>
              <a:buChar char="○"/>
              <a:defRPr sz="7467"/>
            </a:lvl8pPr>
            <a:lvl9pPr indent="-702733" lvl="8" marL="4114800" algn="ctr">
              <a:spcBef>
                <a:spcPts val="0"/>
              </a:spcBef>
              <a:spcAft>
                <a:spcPts val="0"/>
              </a:spcAft>
              <a:buSzPts val="7467"/>
              <a:buChar char="■"/>
              <a:defRPr sz="7467"/>
            </a:lvl9pPr>
          </a:lstStyle>
          <a:p/>
        </p:txBody>
      </p:sp>
      <p:sp>
        <p:nvSpPr>
          <p:cNvPr id="47" name="Google Shape;47;p11"/>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40667798" y="29844588"/>
            <a:ext cx="2633700" cy="2519100"/>
          </a:xfrm>
          <a:prstGeom prst="rect">
            <a:avLst/>
          </a:prstGeom>
        </p:spPr>
        <p:txBody>
          <a:bodyPr anchorCtr="0" anchor="ctr" bIns="487600" lIns="487600" spcFirstLastPara="1" rIns="487600" wrap="square" tIns="487600">
            <a:normAutofit/>
          </a:bodyPr>
          <a:lstStyle>
            <a:lvl1pPr lvl="0">
              <a:buNone/>
              <a:defRPr sz="5333"/>
            </a:lvl1pPr>
            <a:lvl2pPr lvl="1">
              <a:buNone/>
              <a:defRPr sz="5333"/>
            </a:lvl2pPr>
            <a:lvl3pPr lvl="2">
              <a:buNone/>
              <a:defRPr sz="5333"/>
            </a:lvl3pPr>
            <a:lvl4pPr lvl="3">
              <a:buNone/>
              <a:defRPr sz="5333"/>
            </a:lvl4pPr>
            <a:lvl5pPr lvl="4">
              <a:buNone/>
              <a:defRPr sz="5333"/>
            </a:lvl5pPr>
            <a:lvl6pPr lvl="5">
              <a:buNone/>
              <a:defRPr sz="5333"/>
            </a:lvl6pPr>
            <a:lvl7pPr lvl="6">
              <a:buNone/>
              <a:defRPr sz="5333"/>
            </a:lvl7pPr>
            <a:lvl8pPr lvl="7">
              <a:buNone/>
              <a:defRPr sz="5333"/>
            </a:lvl8pPr>
            <a:lvl9pPr lvl="8">
              <a:buNone/>
              <a:defRPr sz="5333"/>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3291840" y="10226042"/>
            <a:ext cx="37307520" cy="7056120"/>
          </a:xfrm>
          <a:prstGeom prst="rect">
            <a:avLst/>
          </a:prstGeom>
          <a:noFill/>
          <a:ln>
            <a:noFill/>
          </a:ln>
        </p:spPr>
        <p:txBody>
          <a:bodyPr anchorCtr="0" anchor="ctr" bIns="219450" lIns="438900" spcFirstLastPara="1" rIns="438900" wrap="square" tIns="2194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4"/>
          <p:cNvSpPr txBox="1"/>
          <p:nvPr>
            <p:ph idx="1" type="subTitle"/>
          </p:nvPr>
        </p:nvSpPr>
        <p:spPr>
          <a:xfrm>
            <a:off x="6583680" y="18653760"/>
            <a:ext cx="30723840" cy="8412480"/>
          </a:xfrm>
          <a:prstGeom prst="rect">
            <a:avLst/>
          </a:prstGeom>
          <a:noFill/>
          <a:ln>
            <a:noFill/>
          </a:ln>
        </p:spPr>
        <p:txBody>
          <a:bodyPr anchorCtr="0" anchor="t" bIns="219450" lIns="438900" spcFirstLastPara="1" rIns="438900" wrap="square" tIns="219450">
            <a:normAutofit/>
          </a:bodyPr>
          <a:lstStyle>
            <a:lvl1pPr lvl="0" algn="ctr">
              <a:spcBef>
                <a:spcPts val="3080"/>
              </a:spcBef>
              <a:spcAft>
                <a:spcPts val="0"/>
              </a:spcAft>
              <a:buClr>
                <a:srgbClr val="888888"/>
              </a:buClr>
              <a:buSzPts val="15400"/>
              <a:buNone/>
              <a:defRPr>
                <a:solidFill>
                  <a:srgbClr val="888888"/>
                </a:solidFill>
              </a:defRPr>
            </a:lvl1pPr>
            <a:lvl2pPr lvl="1" algn="ctr">
              <a:spcBef>
                <a:spcPts val="2680"/>
              </a:spcBef>
              <a:spcAft>
                <a:spcPts val="0"/>
              </a:spcAft>
              <a:buClr>
                <a:srgbClr val="888888"/>
              </a:buClr>
              <a:buSzPts val="13400"/>
              <a:buNone/>
              <a:defRPr>
                <a:solidFill>
                  <a:srgbClr val="888888"/>
                </a:solidFill>
              </a:defRPr>
            </a:lvl2pPr>
            <a:lvl3pPr lvl="2" algn="ctr">
              <a:spcBef>
                <a:spcPts val="2300"/>
              </a:spcBef>
              <a:spcAft>
                <a:spcPts val="0"/>
              </a:spcAft>
              <a:buClr>
                <a:srgbClr val="888888"/>
              </a:buClr>
              <a:buSzPts val="11500"/>
              <a:buNone/>
              <a:defRPr>
                <a:solidFill>
                  <a:srgbClr val="888888"/>
                </a:solidFill>
              </a:defRPr>
            </a:lvl3pPr>
            <a:lvl4pPr lvl="3" algn="ctr">
              <a:spcBef>
                <a:spcPts val="1920"/>
              </a:spcBef>
              <a:spcAft>
                <a:spcPts val="0"/>
              </a:spcAft>
              <a:buClr>
                <a:srgbClr val="888888"/>
              </a:buClr>
              <a:buSzPts val="9600"/>
              <a:buNone/>
              <a:defRPr>
                <a:solidFill>
                  <a:srgbClr val="888888"/>
                </a:solidFill>
              </a:defRPr>
            </a:lvl4pPr>
            <a:lvl5pPr lvl="4" algn="ctr">
              <a:spcBef>
                <a:spcPts val="1920"/>
              </a:spcBef>
              <a:spcAft>
                <a:spcPts val="0"/>
              </a:spcAft>
              <a:buClr>
                <a:srgbClr val="888888"/>
              </a:buClr>
              <a:buSzPts val="9600"/>
              <a:buNone/>
              <a:defRPr>
                <a:solidFill>
                  <a:srgbClr val="888888"/>
                </a:solidFill>
              </a:defRPr>
            </a:lvl5pPr>
            <a:lvl6pPr lvl="5" algn="ctr">
              <a:spcBef>
                <a:spcPts val="1920"/>
              </a:spcBef>
              <a:spcAft>
                <a:spcPts val="0"/>
              </a:spcAft>
              <a:buClr>
                <a:srgbClr val="888888"/>
              </a:buClr>
              <a:buSzPts val="9600"/>
              <a:buNone/>
              <a:defRPr>
                <a:solidFill>
                  <a:srgbClr val="888888"/>
                </a:solidFill>
              </a:defRPr>
            </a:lvl6pPr>
            <a:lvl7pPr lvl="6" algn="ctr">
              <a:spcBef>
                <a:spcPts val="1920"/>
              </a:spcBef>
              <a:spcAft>
                <a:spcPts val="0"/>
              </a:spcAft>
              <a:buClr>
                <a:srgbClr val="888888"/>
              </a:buClr>
              <a:buSzPts val="9600"/>
              <a:buNone/>
              <a:defRPr>
                <a:solidFill>
                  <a:srgbClr val="888888"/>
                </a:solidFill>
              </a:defRPr>
            </a:lvl7pPr>
            <a:lvl8pPr lvl="7" algn="ctr">
              <a:spcBef>
                <a:spcPts val="1920"/>
              </a:spcBef>
              <a:spcAft>
                <a:spcPts val="0"/>
              </a:spcAft>
              <a:buClr>
                <a:srgbClr val="888888"/>
              </a:buClr>
              <a:buSzPts val="9600"/>
              <a:buNone/>
              <a:defRPr>
                <a:solidFill>
                  <a:srgbClr val="888888"/>
                </a:solidFill>
              </a:defRPr>
            </a:lvl8pPr>
            <a:lvl9pPr lvl="8" algn="ctr">
              <a:spcBef>
                <a:spcPts val="1920"/>
              </a:spcBef>
              <a:spcAft>
                <a:spcPts val="0"/>
              </a:spcAft>
              <a:buClr>
                <a:srgbClr val="888888"/>
              </a:buClr>
              <a:buSzPts val="9600"/>
              <a:buNone/>
              <a:defRPr>
                <a:solidFill>
                  <a:srgbClr val="888888"/>
                </a:solidFill>
              </a:defRPr>
            </a:lvl9pPr>
          </a:lstStyle>
          <a:p/>
        </p:txBody>
      </p:sp>
      <p:sp>
        <p:nvSpPr>
          <p:cNvPr id="59" name="Google Shape;59;p14"/>
          <p:cNvSpPr txBox="1"/>
          <p:nvPr>
            <p:ph idx="10" type="dt"/>
          </p:nvPr>
        </p:nvSpPr>
        <p:spPr>
          <a:xfrm>
            <a:off x="2194560" y="30510482"/>
            <a:ext cx="1024128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1" type="ftr"/>
          </p:nvPr>
        </p:nvSpPr>
        <p:spPr>
          <a:xfrm>
            <a:off x="14996160" y="30510482"/>
            <a:ext cx="1389888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4"/>
          <p:cNvSpPr txBox="1"/>
          <p:nvPr>
            <p:ph idx="12" type="sldNum"/>
          </p:nvPr>
        </p:nvSpPr>
        <p:spPr>
          <a:xfrm>
            <a:off x="31455360" y="30510482"/>
            <a:ext cx="1024128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2194560" y="1318262"/>
            <a:ext cx="39502080" cy="5486400"/>
          </a:xfrm>
          <a:prstGeom prst="rect">
            <a:avLst/>
          </a:prstGeom>
          <a:noFill/>
          <a:ln>
            <a:noFill/>
          </a:ln>
        </p:spPr>
        <p:txBody>
          <a:bodyPr anchorCtr="0" anchor="ctr" bIns="219450" lIns="438900" spcFirstLastPara="1" rIns="438900" wrap="square" tIns="2194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1" type="body"/>
          </p:nvPr>
        </p:nvSpPr>
        <p:spPr>
          <a:xfrm>
            <a:off x="2194560" y="7680963"/>
            <a:ext cx="39502080" cy="21724622"/>
          </a:xfrm>
          <a:prstGeom prst="rect">
            <a:avLst/>
          </a:prstGeom>
          <a:noFill/>
          <a:ln>
            <a:noFill/>
          </a:ln>
        </p:spPr>
        <p:txBody>
          <a:bodyPr anchorCtr="0" anchor="t" bIns="219450" lIns="438900" spcFirstLastPara="1" rIns="438900" wrap="square" tIns="21945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5" name="Google Shape;65;p15"/>
          <p:cNvSpPr txBox="1"/>
          <p:nvPr>
            <p:ph idx="10" type="dt"/>
          </p:nvPr>
        </p:nvSpPr>
        <p:spPr>
          <a:xfrm>
            <a:off x="2194560" y="30510482"/>
            <a:ext cx="1024128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1" type="ftr"/>
          </p:nvPr>
        </p:nvSpPr>
        <p:spPr>
          <a:xfrm>
            <a:off x="14996160" y="30510482"/>
            <a:ext cx="1389888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p:nvPr>
            <p:ph idx="12" type="sldNum"/>
          </p:nvPr>
        </p:nvSpPr>
        <p:spPr>
          <a:xfrm>
            <a:off x="31455360" y="30510482"/>
            <a:ext cx="1024128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3467102" y="21153122"/>
            <a:ext cx="37307520" cy="6537960"/>
          </a:xfrm>
          <a:prstGeom prst="rect">
            <a:avLst/>
          </a:prstGeom>
          <a:noFill/>
          <a:ln>
            <a:noFill/>
          </a:ln>
        </p:spPr>
        <p:txBody>
          <a:bodyPr anchorCtr="0" anchor="t" bIns="219450" lIns="438900" spcFirstLastPara="1" rIns="438900" wrap="square" tIns="219450">
            <a:normAutofit/>
          </a:bodyPr>
          <a:lstStyle>
            <a:lvl1pPr lvl="0" algn="l">
              <a:spcBef>
                <a:spcPts val="0"/>
              </a:spcBef>
              <a:spcAft>
                <a:spcPts val="0"/>
              </a:spcAft>
              <a:buClr>
                <a:schemeClr val="dk1"/>
              </a:buClr>
              <a:buSzPts val="19200"/>
              <a:buFont typeface="Calibri"/>
              <a:buNone/>
              <a:defRPr b="1" sz="19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a:off x="3467102" y="13952225"/>
            <a:ext cx="37307520" cy="7200898"/>
          </a:xfrm>
          <a:prstGeom prst="rect">
            <a:avLst/>
          </a:prstGeom>
          <a:noFill/>
          <a:ln>
            <a:noFill/>
          </a:ln>
        </p:spPr>
        <p:txBody>
          <a:bodyPr anchorCtr="0" anchor="b" bIns="219450" lIns="438900" spcFirstLastPara="1" rIns="438900" wrap="square" tIns="219450">
            <a:normAutofit/>
          </a:bodyPr>
          <a:lstStyle>
            <a:lvl1pPr indent="-228600" lvl="0" marL="457200" algn="l">
              <a:spcBef>
                <a:spcPts val="1920"/>
              </a:spcBef>
              <a:spcAft>
                <a:spcPts val="0"/>
              </a:spcAft>
              <a:buClr>
                <a:srgbClr val="888888"/>
              </a:buClr>
              <a:buSzPts val="9600"/>
              <a:buNone/>
              <a:defRPr sz="9600">
                <a:solidFill>
                  <a:srgbClr val="888888"/>
                </a:solidFill>
              </a:defRPr>
            </a:lvl1pPr>
            <a:lvl2pPr indent="-228600" lvl="1" marL="914400" algn="l">
              <a:spcBef>
                <a:spcPts val="1720"/>
              </a:spcBef>
              <a:spcAft>
                <a:spcPts val="0"/>
              </a:spcAft>
              <a:buClr>
                <a:srgbClr val="888888"/>
              </a:buClr>
              <a:buSzPts val="8600"/>
              <a:buNone/>
              <a:defRPr sz="8600">
                <a:solidFill>
                  <a:srgbClr val="888888"/>
                </a:solidFill>
              </a:defRPr>
            </a:lvl2pPr>
            <a:lvl3pPr indent="-228600" lvl="2" marL="1371600" algn="l">
              <a:spcBef>
                <a:spcPts val="1540"/>
              </a:spcBef>
              <a:spcAft>
                <a:spcPts val="0"/>
              </a:spcAft>
              <a:buClr>
                <a:srgbClr val="888888"/>
              </a:buClr>
              <a:buSzPts val="7700"/>
              <a:buNone/>
              <a:defRPr sz="7700">
                <a:solidFill>
                  <a:srgbClr val="888888"/>
                </a:solidFill>
              </a:defRPr>
            </a:lvl3pPr>
            <a:lvl4pPr indent="-228600" lvl="3" marL="1828800" algn="l">
              <a:spcBef>
                <a:spcPts val="1340"/>
              </a:spcBef>
              <a:spcAft>
                <a:spcPts val="0"/>
              </a:spcAft>
              <a:buClr>
                <a:srgbClr val="888888"/>
              </a:buClr>
              <a:buSzPts val="6700"/>
              <a:buNone/>
              <a:defRPr sz="6700">
                <a:solidFill>
                  <a:srgbClr val="888888"/>
                </a:solidFill>
              </a:defRPr>
            </a:lvl4pPr>
            <a:lvl5pPr indent="-228600" lvl="4" marL="2286000" algn="l">
              <a:spcBef>
                <a:spcPts val="1340"/>
              </a:spcBef>
              <a:spcAft>
                <a:spcPts val="0"/>
              </a:spcAft>
              <a:buClr>
                <a:srgbClr val="888888"/>
              </a:buClr>
              <a:buSzPts val="6700"/>
              <a:buNone/>
              <a:defRPr sz="6700">
                <a:solidFill>
                  <a:srgbClr val="888888"/>
                </a:solidFill>
              </a:defRPr>
            </a:lvl5pPr>
            <a:lvl6pPr indent="-228600" lvl="5" marL="2743200" algn="l">
              <a:spcBef>
                <a:spcPts val="1340"/>
              </a:spcBef>
              <a:spcAft>
                <a:spcPts val="0"/>
              </a:spcAft>
              <a:buClr>
                <a:srgbClr val="888888"/>
              </a:buClr>
              <a:buSzPts val="6700"/>
              <a:buNone/>
              <a:defRPr sz="6700">
                <a:solidFill>
                  <a:srgbClr val="888888"/>
                </a:solidFill>
              </a:defRPr>
            </a:lvl6pPr>
            <a:lvl7pPr indent="-228600" lvl="6" marL="3200400" algn="l">
              <a:spcBef>
                <a:spcPts val="1340"/>
              </a:spcBef>
              <a:spcAft>
                <a:spcPts val="0"/>
              </a:spcAft>
              <a:buClr>
                <a:srgbClr val="888888"/>
              </a:buClr>
              <a:buSzPts val="6700"/>
              <a:buNone/>
              <a:defRPr sz="6700">
                <a:solidFill>
                  <a:srgbClr val="888888"/>
                </a:solidFill>
              </a:defRPr>
            </a:lvl7pPr>
            <a:lvl8pPr indent="-228600" lvl="7" marL="3657600" algn="l">
              <a:spcBef>
                <a:spcPts val="1340"/>
              </a:spcBef>
              <a:spcAft>
                <a:spcPts val="0"/>
              </a:spcAft>
              <a:buClr>
                <a:srgbClr val="888888"/>
              </a:buClr>
              <a:buSzPts val="6700"/>
              <a:buNone/>
              <a:defRPr sz="6700">
                <a:solidFill>
                  <a:srgbClr val="888888"/>
                </a:solidFill>
              </a:defRPr>
            </a:lvl8pPr>
            <a:lvl9pPr indent="-228600" lvl="8" marL="4114800" algn="l">
              <a:spcBef>
                <a:spcPts val="1340"/>
              </a:spcBef>
              <a:spcAft>
                <a:spcPts val="0"/>
              </a:spcAft>
              <a:buClr>
                <a:srgbClr val="888888"/>
              </a:buClr>
              <a:buSzPts val="6700"/>
              <a:buNone/>
              <a:defRPr sz="6700">
                <a:solidFill>
                  <a:srgbClr val="888888"/>
                </a:solidFill>
              </a:defRPr>
            </a:lvl9pPr>
          </a:lstStyle>
          <a:p/>
        </p:txBody>
      </p:sp>
      <p:sp>
        <p:nvSpPr>
          <p:cNvPr id="71" name="Google Shape;71;p16"/>
          <p:cNvSpPr txBox="1"/>
          <p:nvPr>
            <p:ph idx="10" type="dt"/>
          </p:nvPr>
        </p:nvSpPr>
        <p:spPr>
          <a:xfrm>
            <a:off x="2194560" y="30510482"/>
            <a:ext cx="1024128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1" type="ftr"/>
          </p:nvPr>
        </p:nvSpPr>
        <p:spPr>
          <a:xfrm>
            <a:off x="14996160" y="30510482"/>
            <a:ext cx="1389888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2" type="sldNum"/>
          </p:nvPr>
        </p:nvSpPr>
        <p:spPr>
          <a:xfrm>
            <a:off x="31455360" y="30510482"/>
            <a:ext cx="1024128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2194560" y="1318262"/>
            <a:ext cx="39502080" cy="5486400"/>
          </a:xfrm>
          <a:prstGeom prst="rect">
            <a:avLst/>
          </a:prstGeom>
          <a:noFill/>
          <a:ln>
            <a:noFill/>
          </a:ln>
        </p:spPr>
        <p:txBody>
          <a:bodyPr anchorCtr="0" anchor="ctr" bIns="219450" lIns="438900" spcFirstLastPara="1" rIns="438900" wrap="square" tIns="2194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7"/>
          <p:cNvSpPr txBox="1"/>
          <p:nvPr>
            <p:ph idx="1" type="body"/>
          </p:nvPr>
        </p:nvSpPr>
        <p:spPr>
          <a:xfrm>
            <a:off x="10530842" y="36865560"/>
            <a:ext cx="94442280" cy="104279702"/>
          </a:xfrm>
          <a:prstGeom prst="rect">
            <a:avLst/>
          </a:prstGeom>
          <a:noFill/>
          <a:ln>
            <a:noFill/>
          </a:ln>
        </p:spPr>
        <p:txBody>
          <a:bodyPr anchorCtr="0" anchor="t" bIns="219450" lIns="438900" spcFirstLastPara="1" rIns="438900" wrap="square" tIns="219450">
            <a:normAutofit/>
          </a:bodyPr>
          <a:lstStyle>
            <a:lvl1pPr indent="-1079500" lvl="0" marL="457200" algn="l">
              <a:spcBef>
                <a:spcPts val="2680"/>
              </a:spcBef>
              <a:spcAft>
                <a:spcPts val="0"/>
              </a:spcAft>
              <a:buClr>
                <a:schemeClr val="dk1"/>
              </a:buClr>
              <a:buSzPts val="13400"/>
              <a:buChar char="•"/>
              <a:defRPr sz="13400"/>
            </a:lvl1pPr>
            <a:lvl2pPr indent="-958850" lvl="1" marL="914400" algn="l">
              <a:spcBef>
                <a:spcPts val="2300"/>
              </a:spcBef>
              <a:spcAft>
                <a:spcPts val="0"/>
              </a:spcAft>
              <a:buClr>
                <a:schemeClr val="dk1"/>
              </a:buClr>
              <a:buSzPts val="11500"/>
              <a:buChar char="–"/>
              <a:defRPr sz="11500"/>
            </a:lvl2pPr>
            <a:lvl3pPr indent="-838200" lvl="2" marL="1371600" algn="l">
              <a:spcBef>
                <a:spcPts val="1920"/>
              </a:spcBef>
              <a:spcAft>
                <a:spcPts val="0"/>
              </a:spcAft>
              <a:buClr>
                <a:schemeClr val="dk1"/>
              </a:buClr>
              <a:buSzPts val="9600"/>
              <a:buChar char="•"/>
              <a:defRPr sz="9600"/>
            </a:lvl3pPr>
            <a:lvl4pPr indent="-774700" lvl="3" marL="1828800" algn="l">
              <a:spcBef>
                <a:spcPts val="1720"/>
              </a:spcBef>
              <a:spcAft>
                <a:spcPts val="0"/>
              </a:spcAft>
              <a:buClr>
                <a:schemeClr val="dk1"/>
              </a:buClr>
              <a:buSzPts val="8600"/>
              <a:buChar char="–"/>
              <a:defRPr sz="8600"/>
            </a:lvl4pPr>
            <a:lvl5pPr indent="-774700" lvl="4" marL="2286000" algn="l">
              <a:spcBef>
                <a:spcPts val="1720"/>
              </a:spcBef>
              <a:spcAft>
                <a:spcPts val="0"/>
              </a:spcAft>
              <a:buClr>
                <a:schemeClr val="dk1"/>
              </a:buClr>
              <a:buSzPts val="8600"/>
              <a:buChar char="»"/>
              <a:defRPr sz="8600"/>
            </a:lvl5pPr>
            <a:lvl6pPr indent="-774700" lvl="5" marL="2743200" algn="l">
              <a:spcBef>
                <a:spcPts val="1720"/>
              </a:spcBef>
              <a:spcAft>
                <a:spcPts val="0"/>
              </a:spcAft>
              <a:buClr>
                <a:schemeClr val="dk1"/>
              </a:buClr>
              <a:buSzPts val="8600"/>
              <a:buChar char="•"/>
              <a:defRPr sz="8600"/>
            </a:lvl6pPr>
            <a:lvl7pPr indent="-774700" lvl="6" marL="3200400" algn="l">
              <a:spcBef>
                <a:spcPts val="1720"/>
              </a:spcBef>
              <a:spcAft>
                <a:spcPts val="0"/>
              </a:spcAft>
              <a:buClr>
                <a:schemeClr val="dk1"/>
              </a:buClr>
              <a:buSzPts val="8600"/>
              <a:buChar char="•"/>
              <a:defRPr sz="8600"/>
            </a:lvl7pPr>
            <a:lvl8pPr indent="-774700" lvl="7" marL="3657600" algn="l">
              <a:spcBef>
                <a:spcPts val="1720"/>
              </a:spcBef>
              <a:spcAft>
                <a:spcPts val="0"/>
              </a:spcAft>
              <a:buClr>
                <a:schemeClr val="dk1"/>
              </a:buClr>
              <a:buSzPts val="8600"/>
              <a:buChar char="•"/>
              <a:defRPr sz="8600"/>
            </a:lvl8pPr>
            <a:lvl9pPr indent="-774700" lvl="8" marL="4114800" algn="l">
              <a:spcBef>
                <a:spcPts val="1720"/>
              </a:spcBef>
              <a:spcAft>
                <a:spcPts val="0"/>
              </a:spcAft>
              <a:buClr>
                <a:schemeClr val="dk1"/>
              </a:buClr>
              <a:buSzPts val="8600"/>
              <a:buChar char="•"/>
              <a:defRPr sz="8600"/>
            </a:lvl9pPr>
          </a:lstStyle>
          <a:p/>
        </p:txBody>
      </p:sp>
      <p:sp>
        <p:nvSpPr>
          <p:cNvPr id="77" name="Google Shape;77;p17"/>
          <p:cNvSpPr txBox="1"/>
          <p:nvPr>
            <p:ph idx="2" type="body"/>
          </p:nvPr>
        </p:nvSpPr>
        <p:spPr>
          <a:xfrm>
            <a:off x="105704642" y="36865560"/>
            <a:ext cx="94442280" cy="104279702"/>
          </a:xfrm>
          <a:prstGeom prst="rect">
            <a:avLst/>
          </a:prstGeom>
          <a:noFill/>
          <a:ln>
            <a:noFill/>
          </a:ln>
        </p:spPr>
        <p:txBody>
          <a:bodyPr anchorCtr="0" anchor="t" bIns="219450" lIns="438900" spcFirstLastPara="1" rIns="438900" wrap="square" tIns="219450">
            <a:normAutofit/>
          </a:bodyPr>
          <a:lstStyle>
            <a:lvl1pPr indent="-1079500" lvl="0" marL="457200" algn="l">
              <a:spcBef>
                <a:spcPts val="2680"/>
              </a:spcBef>
              <a:spcAft>
                <a:spcPts val="0"/>
              </a:spcAft>
              <a:buClr>
                <a:schemeClr val="dk1"/>
              </a:buClr>
              <a:buSzPts val="13400"/>
              <a:buChar char="•"/>
              <a:defRPr sz="13400"/>
            </a:lvl1pPr>
            <a:lvl2pPr indent="-958850" lvl="1" marL="914400" algn="l">
              <a:spcBef>
                <a:spcPts val="2300"/>
              </a:spcBef>
              <a:spcAft>
                <a:spcPts val="0"/>
              </a:spcAft>
              <a:buClr>
                <a:schemeClr val="dk1"/>
              </a:buClr>
              <a:buSzPts val="11500"/>
              <a:buChar char="–"/>
              <a:defRPr sz="11500"/>
            </a:lvl2pPr>
            <a:lvl3pPr indent="-838200" lvl="2" marL="1371600" algn="l">
              <a:spcBef>
                <a:spcPts val="1920"/>
              </a:spcBef>
              <a:spcAft>
                <a:spcPts val="0"/>
              </a:spcAft>
              <a:buClr>
                <a:schemeClr val="dk1"/>
              </a:buClr>
              <a:buSzPts val="9600"/>
              <a:buChar char="•"/>
              <a:defRPr sz="9600"/>
            </a:lvl3pPr>
            <a:lvl4pPr indent="-774700" lvl="3" marL="1828800" algn="l">
              <a:spcBef>
                <a:spcPts val="1720"/>
              </a:spcBef>
              <a:spcAft>
                <a:spcPts val="0"/>
              </a:spcAft>
              <a:buClr>
                <a:schemeClr val="dk1"/>
              </a:buClr>
              <a:buSzPts val="8600"/>
              <a:buChar char="–"/>
              <a:defRPr sz="8600"/>
            </a:lvl4pPr>
            <a:lvl5pPr indent="-774700" lvl="4" marL="2286000" algn="l">
              <a:spcBef>
                <a:spcPts val="1720"/>
              </a:spcBef>
              <a:spcAft>
                <a:spcPts val="0"/>
              </a:spcAft>
              <a:buClr>
                <a:schemeClr val="dk1"/>
              </a:buClr>
              <a:buSzPts val="8600"/>
              <a:buChar char="»"/>
              <a:defRPr sz="8600"/>
            </a:lvl5pPr>
            <a:lvl6pPr indent="-774700" lvl="5" marL="2743200" algn="l">
              <a:spcBef>
                <a:spcPts val="1720"/>
              </a:spcBef>
              <a:spcAft>
                <a:spcPts val="0"/>
              </a:spcAft>
              <a:buClr>
                <a:schemeClr val="dk1"/>
              </a:buClr>
              <a:buSzPts val="8600"/>
              <a:buChar char="•"/>
              <a:defRPr sz="8600"/>
            </a:lvl6pPr>
            <a:lvl7pPr indent="-774700" lvl="6" marL="3200400" algn="l">
              <a:spcBef>
                <a:spcPts val="1720"/>
              </a:spcBef>
              <a:spcAft>
                <a:spcPts val="0"/>
              </a:spcAft>
              <a:buClr>
                <a:schemeClr val="dk1"/>
              </a:buClr>
              <a:buSzPts val="8600"/>
              <a:buChar char="•"/>
              <a:defRPr sz="8600"/>
            </a:lvl7pPr>
            <a:lvl8pPr indent="-774700" lvl="7" marL="3657600" algn="l">
              <a:spcBef>
                <a:spcPts val="1720"/>
              </a:spcBef>
              <a:spcAft>
                <a:spcPts val="0"/>
              </a:spcAft>
              <a:buClr>
                <a:schemeClr val="dk1"/>
              </a:buClr>
              <a:buSzPts val="8600"/>
              <a:buChar char="•"/>
              <a:defRPr sz="8600"/>
            </a:lvl8pPr>
            <a:lvl9pPr indent="-774700" lvl="8" marL="4114800" algn="l">
              <a:spcBef>
                <a:spcPts val="1720"/>
              </a:spcBef>
              <a:spcAft>
                <a:spcPts val="0"/>
              </a:spcAft>
              <a:buClr>
                <a:schemeClr val="dk1"/>
              </a:buClr>
              <a:buSzPts val="8600"/>
              <a:buChar char="•"/>
              <a:defRPr sz="8600"/>
            </a:lvl9pPr>
          </a:lstStyle>
          <a:p/>
        </p:txBody>
      </p:sp>
      <p:sp>
        <p:nvSpPr>
          <p:cNvPr id="78" name="Google Shape;78;p17"/>
          <p:cNvSpPr txBox="1"/>
          <p:nvPr>
            <p:ph idx="10" type="dt"/>
          </p:nvPr>
        </p:nvSpPr>
        <p:spPr>
          <a:xfrm>
            <a:off x="2194560" y="30510482"/>
            <a:ext cx="1024128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1" type="ftr"/>
          </p:nvPr>
        </p:nvSpPr>
        <p:spPr>
          <a:xfrm>
            <a:off x="14996160" y="30510482"/>
            <a:ext cx="1389888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7"/>
          <p:cNvSpPr txBox="1"/>
          <p:nvPr>
            <p:ph idx="12" type="sldNum"/>
          </p:nvPr>
        </p:nvSpPr>
        <p:spPr>
          <a:xfrm>
            <a:off x="31455360" y="30510482"/>
            <a:ext cx="1024128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2194560" y="1318262"/>
            <a:ext cx="39502080" cy="5486400"/>
          </a:xfrm>
          <a:prstGeom prst="rect">
            <a:avLst/>
          </a:prstGeom>
          <a:noFill/>
          <a:ln>
            <a:noFill/>
          </a:ln>
        </p:spPr>
        <p:txBody>
          <a:bodyPr anchorCtr="0" anchor="ctr" bIns="219450" lIns="438900" spcFirstLastPara="1" rIns="438900" wrap="square" tIns="219450">
            <a:normAutofit/>
          </a:bodyPr>
          <a:lstStyle>
            <a:lvl1pPr lvl="0" algn="ctr">
              <a:spcBef>
                <a:spcPts val="0"/>
              </a:spcBef>
              <a:spcAft>
                <a:spcPts val="0"/>
              </a:spcAft>
              <a:buClr>
                <a:schemeClr val="dk1"/>
              </a:buClr>
              <a:buSzPts val="211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8"/>
          <p:cNvSpPr txBox="1"/>
          <p:nvPr>
            <p:ph idx="1" type="body"/>
          </p:nvPr>
        </p:nvSpPr>
        <p:spPr>
          <a:xfrm>
            <a:off x="2194560" y="7368542"/>
            <a:ext cx="19392902" cy="3070858"/>
          </a:xfrm>
          <a:prstGeom prst="rect">
            <a:avLst/>
          </a:prstGeom>
          <a:noFill/>
          <a:ln>
            <a:noFill/>
          </a:ln>
        </p:spPr>
        <p:txBody>
          <a:bodyPr anchorCtr="0" anchor="b" bIns="219450" lIns="438900" spcFirstLastPara="1" rIns="438900" wrap="square" tIns="219450">
            <a:normAutofit/>
          </a:bodyPr>
          <a:lstStyle>
            <a:lvl1pPr indent="-228600" lvl="0" marL="457200" algn="l">
              <a:spcBef>
                <a:spcPts val="2300"/>
              </a:spcBef>
              <a:spcAft>
                <a:spcPts val="0"/>
              </a:spcAft>
              <a:buClr>
                <a:schemeClr val="dk1"/>
              </a:buClr>
              <a:buSzPts val="11500"/>
              <a:buNone/>
              <a:defRPr b="1" sz="11500"/>
            </a:lvl1pPr>
            <a:lvl2pPr indent="-228600" lvl="1" marL="914400" algn="l">
              <a:spcBef>
                <a:spcPts val="1920"/>
              </a:spcBef>
              <a:spcAft>
                <a:spcPts val="0"/>
              </a:spcAft>
              <a:buClr>
                <a:schemeClr val="dk1"/>
              </a:buClr>
              <a:buSzPts val="9600"/>
              <a:buNone/>
              <a:defRPr b="1" sz="9600"/>
            </a:lvl2pPr>
            <a:lvl3pPr indent="-228600" lvl="2" marL="1371600" algn="l">
              <a:spcBef>
                <a:spcPts val="1720"/>
              </a:spcBef>
              <a:spcAft>
                <a:spcPts val="0"/>
              </a:spcAft>
              <a:buClr>
                <a:schemeClr val="dk1"/>
              </a:buClr>
              <a:buSzPts val="8600"/>
              <a:buNone/>
              <a:defRPr b="1" sz="8600"/>
            </a:lvl3pPr>
            <a:lvl4pPr indent="-228600" lvl="3" marL="1828800" algn="l">
              <a:spcBef>
                <a:spcPts val="1540"/>
              </a:spcBef>
              <a:spcAft>
                <a:spcPts val="0"/>
              </a:spcAft>
              <a:buClr>
                <a:schemeClr val="dk1"/>
              </a:buClr>
              <a:buSzPts val="7700"/>
              <a:buNone/>
              <a:defRPr b="1" sz="7700"/>
            </a:lvl4pPr>
            <a:lvl5pPr indent="-228600" lvl="4" marL="2286000" algn="l">
              <a:spcBef>
                <a:spcPts val="1540"/>
              </a:spcBef>
              <a:spcAft>
                <a:spcPts val="0"/>
              </a:spcAft>
              <a:buClr>
                <a:schemeClr val="dk1"/>
              </a:buClr>
              <a:buSzPts val="7700"/>
              <a:buNone/>
              <a:defRPr b="1" sz="7700"/>
            </a:lvl5pPr>
            <a:lvl6pPr indent="-228600" lvl="5" marL="2743200" algn="l">
              <a:spcBef>
                <a:spcPts val="1540"/>
              </a:spcBef>
              <a:spcAft>
                <a:spcPts val="0"/>
              </a:spcAft>
              <a:buClr>
                <a:schemeClr val="dk1"/>
              </a:buClr>
              <a:buSzPts val="7700"/>
              <a:buNone/>
              <a:defRPr b="1" sz="7700"/>
            </a:lvl6pPr>
            <a:lvl7pPr indent="-228600" lvl="6" marL="3200400" algn="l">
              <a:spcBef>
                <a:spcPts val="1540"/>
              </a:spcBef>
              <a:spcAft>
                <a:spcPts val="0"/>
              </a:spcAft>
              <a:buClr>
                <a:schemeClr val="dk1"/>
              </a:buClr>
              <a:buSzPts val="7700"/>
              <a:buNone/>
              <a:defRPr b="1" sz="7700"/>
            </a:lvl7pPr>
            <a:lvl8pPr indent="-228600" lvl="7" marL="3657600" algn="l">
              <a:spcBef>
                <a:spcPts val="1540"/>
              </a:spcBef>
              <a:spcAft>
                <a:spcPts val="0"/>
              </a:spcAft>
              <a:buClr>
                <a:schemeClr val="dk1"/>
              </a:buClr>
              <a:buSzPts val="7700"/>
              <a:buNone/>
              <a:defRPr b="1" sz="7700"/>
            </a:lvl8pPr>
            <a:lvl9pPr indent="-228600" lvl="8" marL="4114800" algn="l">
              <a:spcBef>
                <a:spcPts val="1540"/>
              </a:spcBef>
              <a:spcAft>
                <a:spcPts val="0"/>
              </a:spcAft>
              <a:buClr>
                <a:schemeClr val="dk1"/>
              </a:buClr>
              <a:buSzPts val="7700"/>
              <a:buNone/>
              <a:defRPr b="1" sz="7700"/>
            </a:lvl9pPr>
          </a:lstStyle>
          <a:p/>
        </p:txBody>
      </p:sp>
      <p:sp>
        <p:nvSpPr>
          <p:cNvPr id="84" name="Google Shape;84;p18"/>
          <p:cNvSpPr txBox="1"/>
          <p:nvPr>
            <p:ph idx="2" type="body"/>
          </p:nvPr>
        </p:nvSpPr>
        <p:spPr>
          <a:xfrm>
            <a:off x="2194560" y="10439400"/>
            <a:ext cx="19392902" cy="18966182"/>
          </a:xfrm>
          <a:prstGeom prst="rect">
            <a:avLst/>
          </a:prstGeom>
          <a:noFill/>
          <a:ln>
            <a:noFill/>
          </a:ln>
        </p:spPr>
        <p:txBody>
          <a:bodyPr anchorCtr="0" anchor="t" bIns="219450" lIns="438900" spcFirstLastPara="1" rIns="438900" wrap="square" tIns="219450">
            <a:normAutofit/>
          </a:bodyPr>
          <a:lstStyle>
            <a:lvl1pPr indent="-958850" lvl="0" marL="457200" algn="l">
              <a:spcBef>
                <a:spcPts val="2300"/>
              </a:spcBef>
              <a:spcAft>
                <a:spcPts val="0"/>
              </a:spcAft>
              <a:buClr>
                <a:schemeClr val="dk1"/>
              </a:buClr>
              <a:buSzPts val="11500"/>
              <a:buChar char="•"/>
              <a:defRPr sz="11500"/>
            </a:lvl1pPr>
            <a:lvl2pPr indent="-838200" lvl="1" marL="914400" algn="l">
              <a:spcBef>
                <a:spcPts val="1920"/>
              </a:spcBef>
              <a:spcAft>
                <a:spcPts val="0"/>
              </a:spcAft>
              <a:buClr>
                <a:schemeClr val="dk1"/>
              </a:buClr>
              <a:buSzPts val="9600"/>
              <a:buChar char="–"/>
              <a:defRPr sz="9600"/>
            </a:lvl2pPr>
            <a:lvl3pPr indent="-774700" lvl="2" marL="1371600" algn="l">
              <a:spcBef>
                <a:spcPts val="1720"/>
              </a:spcBef>
              <a:spcAft>
                <a:spcPts val="0"/>
              </a:spcAft>
              <a:buClr>
                <a:schemeClr val="dk1"/>
              </a:buClr>
              <a:buSzPts val="8600"/>
              <a:buChar char="•"/>
              <a:defRPr sz="8600"/>
            </a:lvl3pPr>
            <a:lvl4pPr indent="-717550" lvl="3" marL="1828800" algn="l">
              <a:spcBef>
                <a:spcPts val="1540"/>
              </a:spcBef>
              <a:spcAft>
                <a:spcPts val="0"/>
              </a:spcAft>
              <a:buClr>
                <a:schemeClr val="dk1"/>
              </a:buClr>
              <a:buSzPts val="7700"/>
              <a:buChar char="–"/>
              <a:defRPr sz="7700"/>
            </a:lvl4pPr>
            <a:lvl5pPr indent="-717550" lvl="4" marL="2286000" algn="l">
              <a:spcBef>
                <a:spcPts val="1540"/>
              </a:spcBef>
              <a:spcAft>
                <a:spcPts val="0"/>
              </a:spcAft>
              <a:buClr>
                <a:schemeClr val="dk1"/>
              </a:buClr>
              <a:buSzPts val="7700"/>
              <a:buChar char="»"/>
              <a:defRPr sz="7700"/>
            </a:lvl5pPr>
            <a:lvl6pPr indent="-717550" lvl="5" marL="2743200" algn="l">
              <a:spcBef>
                <a:spcPts val="1540"/>
              </a:spcBef>
              <a:spcAft>
                <a:spcPts val="0"/>
              </a:spcAft>
              <a:buClr>
                <a:schemeClr val="dk1"/>
              </a:buClr>
              <a:buSzPts val="7700"/>
              <a:buChar char="•"/>
              <a:defRPr sz="7700"/>
            </a:lvl6pPr>
            <a:lvl7pPr indent="-717550" lvl="6" marL="3200400" algn="l">
              <a:spcBef>
                <a:spcPts val="1540"/>
              </a:spcBef>
              <a:spcAft>
                <a:spcPts val="0"/>
              </a:spcAft>
              <a:buClr>
                <a:schemeClr val="dk1"/>
              </a:buClr>
              <a:buSzPts val="7700"/>
              <a:buChar char="•"/>
              <a:defRPr sz="7700"/>
            </a:lvl7pPr>
            <a:lvl8pPr indent="-717550" lvl="7" marL="3657600" algn="l">
              <a:spcBef>
                <a:spcPts val="1540"/>
              </a:spcBef>
              <a:spcAft>
                <a:spcPts val="0"/>
              </a:spcAft>
              <a:buClr>
                <a:schemeClr val="dk1"/>
              </a:buClr>
              <a:buSzPts val="7700"/>
              <a:buChar char="•"/>
              <a:defRPr sz="7700"/>
            </a:lvl8pPr>
            <a:lvl9pPr indent="-717550" lvl="8" marL="4114800" algn="l">
              <a:spcBef>
                <a:spcPts val="1540"/>
              </a:spcBef>
              <a:spcAft>
                <a:spcPts val="0"/>
              </a:spcAft>
              <a:buClr>
                <a:schemeClr val="dk1"/>
              </a:buClr>
              <a:buSzPts val="7700"/>
              <a:buChar char="•"/>
              <a:defRPr sz="7700"/>
            </a:lvl9pPr>
          </a:lstStyle>
          <a:p/>
        </p:txBody>
      </p:sp>
      <p:sp>
        <p:nvSpPr>
          <p:cNvPr id="85" name="Google Shape;85;p18"/>
          <p:cNvSpPr txBox="1"/>
          <p:nvPr>
            <p:ph idx="3" type="body"/>
          </p:nvPr>
        </p:nvSpPr>
        <p:spPr>
          <a:xfrm>
            <a:off x="22296122" y="7368542"/>
            <a:ext cx="19400520" cy="3070858"/>
          </a:xfrm>
          <a:prstGeom prst="rect">
            <a:avLst/>
          </a:prstGeom>
          <a:noFill/>
          <a:ln>
            <a:noFill/>
          </a:ln>
        </p:spPr>
        <p:txBody>
          <a:bodyPr anchorCtr="0" anchor="b" bIns="219450" lIns="438900" spcFirstLastPara="1" rIns="438900" wrap="square" tIns="219450">
            <a:normAutofit/>
          </a:bodyPr>
          <a:lstStyle>
            <a:lvl1pPr indent="-228600" lvl="0" marL="457200" algn="l">
              <a:spcBef>
                <a:spcPts val="2300"/>
              </a:spcBef>
              <a:spcAft>
                <a:spcPts val="0"/>
              </a:spcAft>
              <a:buClr>
                <a:schemeClr val="dk1"/>
              </a:buClr>
              <a:buSzPts val="11500"/>
              <a:buNone/>
              <a:defRPr b="1" sz="11500"/>
            </a:lvl1pPr>
            <a:lvl2pPr indent="-228600" lvl="1" marL="914400" algn="l">
              <a:spcBef>
                <a:spcPts val="1920"/>
              </a:spcBef>
              <a:spcAft>
                <a:spcPts val="0"/>
              </a:spcAft>
              <a:buClr>
                <a:schemeClr val="dk1"/>
              </a:buClr>
              <a:buSzPts val="9600"/>
              <a:buNone/>
              <a:defRPr b="1" sz="9600"/>
            </a:lvl2pPr>
            <a:lvl3pPr indent="-228600" lvl="2" marL="1371600" algn="l">
              <a:spcBef>
                <a:spcPts val="1720"/>
              </a:spcBef>
              <a:spcAft>
                <a:spcPts val="0"/>
              </a:spcAft>
              <a:buClr>
                <a:schemeClr val="dk1"/>
              </a:buClr>
              <a:buSzPts val="8600"/>
              <a:buNone/>
              <a:defRPr b="1" sz="8600"/>
            </a:lvl3pPr>
            <a:lvl4pPr indent="-228600" lvl="3" marL="1828800" algn="l">
              <a:spcBef>
                <a:spcPts val="1540"/>
              </a:spcBef>
              <a:spcAft>
                <a:spcPts val="0"/>
              </a:spcAft>
              <a:buClr>
                <a:schemeClr val="dk1"/>
              </a:buClr>
              <a:buSzPts val="7700"/>
              <a:buNone/>
              <a:defRPr b="1" sz="7700"/>
            </a:lvl4pPr>
            <a:lvl5pPr indent="-228600" lvl="4" marL="2286000" algn="l">
              <a:spcBef>
                <a:spcPts val="1540"/>
              </a:spcBef>
              <a:spcAft>
                <a:spcPts val="0"/>
              </a:spcAft>
              <a:buClr>
                <a:schemeClr val="dk1"/>
              </a:buClr>
              <a:buSzPts val="7700"/>
              <a:buNone/>
              <a:defRPr b="1" sz="7700"/>
            </a:lvl5pPr>
            <a:lvl6pPr indent="-228600" lvl="5" marL="2743200" algn="l">
              <a:spcBef>
                <a:spcPts val="1540"/>
              </a:spcBef>
              <a:spcAft>
                <a:spcPts val="0"/>
              </a:spcAft>
              <a:buClr>
                <a:schemeClr val="dk1"/>
              </a:buClr>
              <a:buSzPts val="7700"/>
              <a:buNone/>
              <a:defRPr b="1" sz="7700"/>
            </a:lvl6pPr>
            <a:lvl7pPr indent="-228600" lvl="6" marL="3200400" algn="l">
              <a:spcBef>
                <a:spcPts val="1540"/>
              </a:spcBef>
              <a:spcAft>
                <a:spcPts val="0"/>
              </a:spcAft>
              <a:buClr>
                <a:schemeClr val="dk1"/>
              </a:buClr>
              <a:buSzPts val="7700"/>
              <a:buNone/>
              <a:defRPr b="1" sz="7700"/>
            </a:lvl7pPr>
            <a:lvl8pPr indent="-228600" lvl="7" marL="3657600" algn="l">
              <a:spcBef>
                <a:spcPts val="1540"/>
              </a:spcBef>
              <a:spcAft>
                <a:spcPts val="0"/>
              </a:spcAft>
              <a:buClr>
                <a:schemeClr val="dk1"/>
              </a:buClr>
              <a:buSzPts val="7700"/>
              <a:buNone/>
              <a:defRPr b="1" sz="7700"/>
            </a:lvl8pPr>
            <a:lvl9pPr indent="-228600" lvl="8" marL="4114800" algn="l">
              <a:spcBef>
                <a:spcPts val="1540"/>
              </a:spcBef>
              <a:spcAft>
                <a:spcPts val="0"/>
              </a:spcAft>
              <a:buClr>
                <a:schemeClr val="dk1"/>
              </a:buClr>
              <a:buSzPts val="7700"/>
              <a:buNone/>
              <a:defRPr b="1" sz="7700"/>
            </a:lvl9pPr>
          </a:lstStyle>
          <a:p/>
        </p:txBody>
      </p:sp>
      <p:sp>
        <p:nvSpPr>
          <p:cNvPr id="86" name="Google Shape;86;p18"/>
          <p:cNvSpPr txBox="1"/>
          <p:nvPr>
            <p:ph idx="4" type="body"/>
          </p:nvPr>
        </p:nvSpPr>
        <p:spPr>
          <a:xfrm>
            <a:off x="22296122" y="10439400"/>
            <a:ext cx="19400520" cy="18966182"/>
          </a:xfrm>
          <a:prstGeom prst="rect">
            <a:avLst/>
          </a:prstGeom>
          <a:noFill/>
          <a:ln>
            <a:noFill/>
          </a:ln>
        </p:spPr>
        <p:txBody>
          <a:bodyPr anchorCtr="0" anchor="t" bIns="219450" lIns="438900" spcFirstLastPara="1" rIns="438900" wrap="square" tIns="219450">
            <a:normAutofit/>
          </a:bodyPr>
          <a:lstStyle>
            <a:lvl1pPr indent="-958850" lvl="0" marL="457200" algn="l">
              <a:spcBef>
                <a:spcPts val="2300"/>
              </a:spcBef>
              <a:spcAft>
                <a:spcPts val="0"/>
              </a:spcAft>
              <a:buClr>
                <a:schemeClr val="dk1"/>
              </a:buClr>
              <a:buSzPts val="11500"/>
              <a:buChar char="•"/>
              <a:defRPr sz="11500"/>
            </a:lvl1pPr>
            <a:lvl2pPr indent="-838200" lvl="1" marL="914400" algn="l">
              <a:spcBef>
                <a:spcPts val="1920"/>
              </a:spcBef>
              <a:spcAft>
                <a:spcPts val="0"/>
              </a:spcAft>
              <a:buClr>
                <a:schemeClr val="dk1"/>
              </a:buClr>
              <a:buSzPts val="9600"/>
              <a:buChar char="–"/>
              <a:defRPr sz="9600"/>
            </a:lvl2pPr>
            <a:lvl3pPr indent="-774700" lvl="2" marL="1371600" algn="l">
              <a:spcBef>
                <a:spcPts val="1720"/>
              </a:spcBef>
              <a:spcAft>
                <a:spcPts val="0"/>
              </a:spcAft>
              <a:buClr>
                <a:schemeClr val="dk1"/>
              </a:buClr>
              <a:buSzPts val="8600"/>
              <a:buChar char="•"/>
              <a:defRPr sz="8600"/>
            </a:lvl3pPr>
            <a:lvl4pPr indent="-717550" lvl="3" marL="1828800" algn="l">
              <a:spcBef>
                <a:spcPts val="1540"/>
              </a:spcBef>
              <a:spcAft>
                <a:spcPts val="0"/>
              </a:spcAft>
              <a:buClr>
                <a:schemeClr val="dk1"/>
              </a:buClr>
              <a:buSzPts val="7700"/>
              <a:buChar char="–"/>
              <a:defRPr sz="7700"/>
            </a:lvl4pPr>
            <a:lvl5pPr indent="-717550" lvl="4" marL="2286000" algn="l">
              <a:spcBef>
                <a:spcPts val="1540"/>
              </a:spcBef>
              <a:spcAft>
                <a:spcPts val="0"/>
              </a:spcAft>
              <a:buClr>
                <a:schemeClr val="dk1"/>
              </a:buClr>
              <a:buSzPts val="7700"/>
              <a:buChar char="»"/>
              <a:defRPr sz="7700"/>
            </a:lvl5pPr>
            <a:lvl6pPr indent="-717550" lvl="5" marL="2743200" algn="l">
              <a:spcBef>
                <a:spcPts val="1540"/>
              </a:spcBef>
              <a:spcAft>
                <a:spcPts val="0"/>
              </a:spcAft>
              <a:buClr>
                <a:schemeClr val="dk1"/>
              </a:buClr>
              <a:buSzPts val="7700"/>
              <a:buChar char="•"/>
              <a:defRPr sz="7700"/>
            </a:lvl6pPr>
            <a:lvl7pPr indent="-717550" lvl="6" marL="3200400" algn="l">
              <a:spcBef>
                <a:spcPts val="1540"/>
              </a:spcBef>
              <a:spcAft>
                <a:spcPts val="0"/>
              </a:spcAft>
              <a:buClr>
                <a:schemeClr val="dk1"/>
              </a:buClr>
              <a:buSzPts val="7700"/>
              <a:buChar char="•"/>
              <a:defRPr sz="7700"/>
            </a:lvl7pPr>
            <a:lvl8pPr indent="-717550" lvl="7" marL="3657600" algn="l">
              <a:spcBef>
                <a:spcPts val="1540"/>
              </a:spcBef>
              <a:spcAft>
                <a:spcPts val="0"/>
              </a:spcAft>
              <a:buClr>
                <a:schemeClr val="dk1"/>
              </a:buClr>
              <a:buSzPts val="7700"/>
              <a:buChar char="•"/>
              <a:defRPr sz="7700"/>
            </a:lvl8pPr>
            <a:lvl9pPr indent="-717550" lvl="8" marL="4114800" algn="l">
              <a:spcBef>
                <a:spcPts val="1540"/>
              </a:spcBef>
              <a:spcAft>
                <a:spcPts val="0"/>
              </a:spcAft>
              <a:buClr>
                <a:schemeClr val="dk1"/>
              </a:buClr>
              <a:buSzPts val="7700"/>
              <a:buChar char="•"/>
              <a:defRPr sz="7700"/>
            </a:lvl9pPr>
          </a:lstStyle>
          <a:p/>
        </p:txBody>
      </p:sp>
      <p:sp>
        <p:nvSpPr>
          <p:cNvPr id="87" name="Google Shape;87;p18"/>
          <p:cNvSpPr txBox="1"/>
          <p:nvPr>
            <p:ph idx="10" type="dt"/>
          </p:nvPr>
        </p:nvSpPr>
        <p:spPr>
          <a:xfrm>
            <a:off x="2194560" y="30510482"/>
            <a:ext cx="1024128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8"/>
          <p:cNvSpPr txBox="1"/>
          <p:nvPr>
            <p:ph idx="11" type="ftr"/>
          </p:nvPr>
        </p:nvSpPr>
        <p:spPr>
          <a:xfrm>
            <a:off x="14996160" y="30510482"/>
            <a:ext cx="1389888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8"/>
          <p:cNvSpPr txBox="1"/>
          <p:nvPr>
            <p:ph idx="12" type="sldNum"/>
          </p:nvPr>
        </p:nvSpPr>
        <p:spPr>
          <a:xfrm>
            <a:off x="31455360" y="30510482"/>
            <a:ext cx="1024128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2194560" y="1318262"/>
            <a:ext cx="39502080" cy="5486400"/>
          </a:xfrm>
          <a:prstGeom prst="rect">
            <a:avLst/>
          </a:prstGeom>
          <a:noFill/>
          <a:ln>
            <a:noFill/>
          </a:ln>
        </p:spPr>
        <p:txBody>
          <a:bodyPr anchorCtr="0" anchor="ctr" bIns="219450" lIns="438900" spcFirstLastPara="1" rIns="438900" wrap="square" tIns="2194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9"/>
          <p:cNvSpPr txBox="1"/>
          <p:nvPr>
            <p:ph idx="10" type="dt"/>
          </p:nvPr>
        </p:nvSpPr>
        <p:spPr>
          <a:xfrm>
            <a:off x="2194560" y="30510482"/>
            <a:ext cx="1024128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1" type="ftr"/>
          </p:nvPr>
        </p:nvSpPr>
        <p:spPr>
          <a:xfrm>
            <a:off x="14996160" y="30510482"/>
            <a:ext cx="1389888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9"/>
          <p:cNvSpPr txBox="1"/>
          <p:nvPr>
            <p:ph idx="12" type="sldNum"/>
          </p:nvPr>
        </p:nvSpPr>
        <p:spPr>
          <a:xfrm>
            <a:off x="31455360" y="30510482"/>
            <a:ext cx="1024128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2194560" y="30510482"/>
            <a:ext cx="1024128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p:nvPr>
            <p:ph idx="11" type="ftr"/>
          </p:nvPr>
        </p:nvSpPr>
        <p:spPr>
          <a:xfrm>
            <a:off x="14996160" y="30510482"/>
            <a:ext cx="1389888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2" type="sldNum"/>
          </p:nvPr>
        </p:nvSpPr>
        <p:spPr>
          <a:xfrm>
            <a:off x="31455360" y="30510482"/>
            <a:ext cx="1024128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194563" y="1310640"/>
            <a:ext cx="14439902" cy="5577840"/>
          </a:xfrm>
          <a:prstGeom prst="rect">
            <a:avLst/>
          </a:prstGeom>
          <a:noFill/>
          <a:ln>
            <a:noFill/>
          </a:ln>
        </p:spPr>
        <p:txBody>
          <a:bodyPr anchorCtr="0" anchor="b" bIns="219450" lIns="438900" spcFirstLastPara="1" rIns="438900" wrap="square" tIns="219450">
            <a:normAutofit/>
          </a:bodyPr>
          <a:lstStyle>
            <a:lvl1pPr lvl="0" algn="l">
              <a:spcBef>
                <a:spcPts val="0"/>
              </a:spcBef>
              <a:spcAft>
                <a:spcPts val="0"/>
              </a:spcAft>
              <a:buClr>
                <a:schemeClr val="dk1"/>
              </a:buClr>
              <a:buSzPts val="9600"/>
              <a:buFont typeface="Calibri"/>
              <a:buNone/>
              <a:defRPr b="1"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1"/>
          <p:cNvSpPr txBox="1"/>
          <p:nvPr>
            <p:ph idx="1" type="body"/>
          </p:nvPr>
        </p:nvSpPr>
        <p:spPr>
          <a:xfrm>
            <a:off x="17160240" y="1310643"/>
            <a:ext cx="24536400" cy="28094942"/>
          </a:xfrm>
          <a:prstGeom prst="rect">
            <a:avLst/>
          </a:prstGeom>
          <a:noFill/>
          <a:ln>
            <a:noFill/>
          </a:ln>
        </p:spPr>
        <p:txBody>
          <a:bodyPr anchorCtr="0" anchor="t" bIns="219450" lIns="438900" spcFirstLastPara="1" rIns="438900" wrap="square" tIns="219450">
            <a:normAutofit/>
          </a:bodyPr>
          <a:lstStyle>
            <a:lvl1pPr indent="-1206500" lvl="0" marL="457200" algn="l">
              <a:spcBef>
                <a:spcPts val="3080"/>
              </a:spcBef>
              <a:spcAft>
                <a:spcPts val="0"/>
              </a:spcAft>
              <a:buClr>
                <a:schemeClr val="dk1"/>
              </a:buClr>
              <a:buSzPts val="15400"/>
              <a:buChar char="•"/>
              <a:defRPr sz="15400"/>
            </a:lvl1pPr>
            <a:lvl2pPr indent="-1079500" lvl="1" marL="914400" algn="l">
              <a:spcBef>
                <a:spcPts val="2680"/>
              </a:spcBef>
              <a:spcAft>
                <a:spcPts val="0"/>
              </a:spcAft>
              <a:buClr>
                <a:schemeClr val="dk1"/>
              </a:buClr>
              <a:buSzPts val="13400"/>
              <a:buChar char="–"/>
              <a:defRPr sz="13400"/>
            </a:lvl2pPr>
            <a:lvl3pPr indent="-958850" lvl="2" marL="1371600" algn="l">
              <a:spcBef>
                <a:spcPts val="2300"/>
              </a:spcBef>
              <a:spcAft>
                <a:spcPts val="0"/>
              </a:spcAft>
              <a:buClr>
                <a:schemeClr val="dk1"/>
              </a:buClr>
              <a:buSzPts val="11500"/>
              <a:buChar char="•"/>
              <a:defRPr sz="11500"/>
            </a:lvl3pPr>
            <a:lvl4pPr indent="-838200" lvl="3" marL="1828800" algn="l">
              <a:spcBef>
                <a:spcPts val="1920"/>
              </a:spcBef>
              <a:spcAft>
                <a:spcPts val="0"/>
              </a:spcAft>
              <a:buClr>
                <a:schemeClr val="dk1"/>
              </a:buClr>
              <a:buSzPts val="9600"/>
              <a:buChar char="–"/>
              <a:defRPr sz="9600"/>
            </a:lvl4pPr>
            <a:lvl5pPr indent="-838200" lvl="4" marL="2286000" algn="l">
              <a:spcBef>
                <a:spcPts val="1920"/>
              </a:spcBef>
              <a:spcAft>
                <a:spcPts val="0"/>
              </a:spcAft>
              <a:buClr>
                <a:schemeClr val="dk1"/>
              </a:buClr>
              <a:buSzPts val="9600"/>
              <a:buChar char="»"/>
              <a:defRPr sz="9600"/>
            </a:lvl5pPr>
            <a:lvl6pPr indent="-838200" lvl="5" marL="2743200" algn="l">
              <a:spcBef>
                <a:spcPts val="1920"/>
              </a:spcBef>
              <a:spcAft>
                <a:spcPts val="0"/>
              </a:spcAft>
              <a:buClr>
                <a:schemeClr val="dk1"/>
              </a:buClr>
              <a:buSzPts val="9600"/>
              <a:buChar char="•"/>
              <a:defRPr sz="9600"/>
            </a:lvl6pPr>
            <a:lvl7pPr indent="-838200" lvl="6" marL="3200400" algn="l">
              <a:spcBef>
                <a:spcPts val="1920"/>
              </a:spcBef>
              <a:spcAft>
                <a:spcPts val="0"/>
              </a:spcAft>
              <a:buClr>
                <a:schemeClr val="dk1"/>
              </a:buClr>
              <a:buSzPts val="9600"/>
              <a:buChar char="•"/>
              <a:defRPr sz="9600"/>
            </a:lvl7pPr>
            <a:lvl8pPr indent="-838200" lvl="7" marL="3657600" algn="l">
              <a:spcBef>
                <a:spcPts val="1920"/>
              </a:spcBef>
              <a:spcAft>
                <a:spcPts val="0"/>
              </a:spcAft>
              <a:buClr>
                <a:schemeClr val="dk1"/>
              </a:buClr>
              <a:buSzPts val="9600"/>
              <a:buChar char="•"/>
              <a:defRPr sz="9600"/>
            </a:lvl8pPr>
            <a:lvl9pPr indent="-838200" lvl="8" marL="4114800" algn="l">
              <a:spcBef>
                <a:spcPts val="1920"/>
              </a:spcBef>
              <a:spcAft>
                <a:spcPts val="0"/>
              </a:spcAft>
              <a:buClr>
                <a:schemeClr val="dk1"/>
              </a:buClr>
              <a:buSzPts val="9600"/>
              <a:buChar char="•"/>
              <a:defRPr sz="9600"/>
            </a:lvl9pPr>
          </a:lstStyle>
          <a:p/>
        </p:txBody>
      </p:sp>
      <p:sp>
        <p:nvSpPr>
          <p:cNvPr id="102" name="Google Shape;102;p21"/>
          <p:cNvSpPr txBox="1"/>
          <p:nvPr>
            <p:ph idx="2" type="body"/>
          </p:nvPr>
        </p:nvSpPr>
        <p:spPr>
          <a:xfrm>
            <a:off x="2194563" y="6888483"/>
            <a:ext cx="14439902" cy="22517102"/>
          </a:xfrm>
          <a:prstGeom prst="rect">
            <a:avLst/>
          </a:prstGeom>
          <a:noFill/>
          <a:ln>
            <a:noFill/>
          </a:ln>
        </p:spPr>
        <p:txBody>
          <a:bodyPr anchorCtr="0" anchor="t" bIns="219450" lIns="438900" spcFirstLastPara="1" rIns="438900" wrap="square" tIns="219450">
            <a:normAutofit/>
          </a:bodyPr>
          <a:lstStyle>
            <a:lvl1pPr indent="-228600" lvl="0" marL="457200" algn="l">
              <a:spcBef>
                <a:spcPts val="1340"/>
              </a:spcBef>
              <a:spcAft>
                <a:spcPts val="0"/>
              </a:spcAft>
              <a:buClr>
                <a:schemeClr val="dk1"/>
              </a:buClr>
              <a:buSzPts val="6700"/>
              <a:buNone/>
              <a:defRPr sz="6700"/>
            </a:lvl1pPr>
            <a:lvl2pPr indent="-228600" lvl="1" marL="914400" algn="l">
              <a:spcBef>
                <a:spcPts val="1160"/>
              </a:spcBef>
              <a:spcAft>
                <a:spcPts val="0"/>
              </a:spcAft>
              <a:buClr>
                <a:schemeClr val="dk1"/>
              </a:buClr>
              <a:buSzPts val="5800"/>
              <a:buNone/>
              <a:defRPr sz="5800"/>
            </a:lvl2pPr>
            <a:lvl3pPr indent="-228600" lvl="2" marL="1371600" algn="l">
              <a:spcBef>
                <a:spcPts val="960"/>
              </a:spcBef>
              <a:spcAft>
                <a:spcPts val="0"/>
              </a:spcAft>
              <a:buClr>
                <a:schemeClr val="dk1"/>
              </a:buClr>
              <a:buSzPts val="4800"/>
              <a:buNone/>
              <a:defRPr sz="4800"/>
            </a:lvl3pPr>
            <a:lvl4pPr indent="-228600" lvl="3" marL="1828800" algn="l">
              <a:spcBef>
                <a:spcPts val="860"/>
              </a:spcBef>
              <a:spcAft>
                <a:spcPts val="0"/>
              </a:spcAft>
              <a:buClr>
                <a:schemeClr val="dk1"/>
              </a:buClr>
              <a:buSzPts val="4300"/>
              <a:buNone/>
              <a:defRPr sz="4300"/>
            </a:lvl4pPr>
            <a:lvl5pPr indent="-228600" lvl="4" marL="2286000" algn="l">
              <a:spcBef>
                <a:spcPts val="860"/>
              </a:spcBef>
              <a:spcAft>
                <a:spcPts val="0"/>
              </a:spcAft>
              <a:buClr>
                <a:schemeClr val="dk1"/>
              </a:buClr>
              <a:buSzPts val="4300"/>
              <a:buNone/>
              <a:defRPr sz="4300"/>
            </a:lvl5pPr>
            <a:lvl6pPr indent="-228600" lvl="5" marL="2743200" algn="l">
              <a:spcBef>
                <a:spcPts val="860"/>
              </a:spcBef>
              <a:spcAft>
                <a:spcPts val="0"/>
              </a:spcAft>
              <a:buClr>
                <a:schemeClr val="dk1"/>
              </a:buClr>
              <a:buSzPts val="4300"/>
              <a:buNone/>
              <a:defRPr sz="4300"/>
            </a:lvl6pPr>
            <a:lvl7pPr indent="-228600" lvl="6" marL="3200400" algn="l">
              <a:spcBef>
                <a:spcPts val="860"/>
              </a:spcBef>
              <a:spcAft>
                <a:spcPts val="0"/>
              </a:spcAft>
              <a:buClr>
                <a:schemeClr val="dk1"/>
              </a:buClr>
              <a:buSzPts val="4300"/>
              <a:buNone/>
              <a:defRPr sz="4300"/>
            </a:lvl7pPr>
            <a:lvl8pPr indent="-228600" lvl="7" marL="3657600" algn="l">
              <a:spcBef>
                <a:spcPts val="860"/>
              </a:spcBef>
              <a:spcAft>
                <a:spcPts val="0"/>
              </a:spcAft>
              <a:buClr>
                <a:schemeClr val="dk1"/>
              </a:buClr>
              <a:buSzPts val="4300"/>
              <a:buNone/>
              <a:defRPr sz="4300"/>
            </a:lvl8pPr>
            <a:lvl9pPr indent="-228600" lvl="8" marL="4114800" algn="l">
              <a:spcBef>
                <a:spcPts val="860"/>
              </a:spcBef>
              <a:spcAft>
                <a:spcPts val="0"/>
              </a:spcAft>
              <a:buClr>
                <a:schemeClr val="dk1"/>
              </a:buClr>
              <a:buSzPts val="4300"/>
              <a:buNone/>
              <a:defRPr sz="4300"/>
            </a:lvl9pPr>
          </a:lstStyle>
          <a:p/>
        </p:txBody>
      </p:sp>
      <p:sp>
        <p:nvSpPr>
          <p:cNvPr id="103" name="Google Shape;103;p21"/>
          <p:cNvSpPr txBox="1"/>
          <p:nvPr>
            <p:ph idx="10" type="dt"/>
          </p:nvPr>
        </p:nvSpPr>
        <p:spPr>
          <a:xfrm>
            <a:off x="2194560" y="30510482"/>
            <a:ext cx="1024128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1"/>
          <p:cNvSpPr txBox="1"/>
          <p:nvPr>
            <p:ph idx="11" type="ftr"/>
          </p:nvPr>
        </p:nvSpPr>
        <p:spPr>
          <a:xfrm>
            <a:off x="14996160" y="30510482"/>
            <a:ext cx="1389888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2" type="sldNum"/>
          </p:nvPr>
        </p:nvSpPr>
        <p:spPr>
          <a:xfrm>
            <a:off x="31455360" y="30510482"/>
            <a:ext cx="1024128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602982" y="23042880"/>
            <a:ext cx="26334720" cy="2720342"/>
          </a:xfrm>
          <a:prstGeom prst="rect">
            <a:avLst/>
          </a:prstGeom>
          <a:noFill/>
          <a:ln>
            <a:noFill/>
          </a:ln>
        </p:spPr>
        <p:txBody>
          <a:bodyPr anchorCtr="0" anchor="b" bIns="219450" lIns="438900" spcFirstLastPara="1" rIns="438900" wrap="square" tIns="219450">
            <a:normAutofit/>
          </a:bodyPr>
          <a:lstStyle>
            <a:lvl1pPr lvl="0" algn="l">
              <a:spcBef>
                <a:spcPts val="0"/>
              </a:spcBef>
              <a:spcAft>
                <a:spcPts val="0"/>
              </a:spcAft>
              <a:buClr>
                <a:schemeClr val="dk1"/>
              </a:buClr>
              <a:buSzPts val="9600"/>
              <a:buFont typeface="Calibri"/>
              <a:buNone/>
              <a:defRPr b="1"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2"/>
          <p:cNvSpPr/>
          <p:nvPr>
            <p:ph idx="2" type="pic"/>
          </p:nvPr>
        </p:nvSpPr>
        <p:spPr>
          <a:xfrm>
            <a:off x="8602982" y="2941320"/>
            <a:ext cx="26334720" cy="19751040"/>
          </a:xfrm>
          <a:prstGeom prst="rect">
            <a:avLst/>
          </a:prstGeom>
          <a:noFill/>
          <a:ln>
            <a:noFill/>
          </a:ln>
        </p:spPr>
      </p:sp>
      <p:sp>
        <p:nvSpPr>
          <p:cNvPr id="109" name="Google Shape;109;p22"/>
          <p:cNvSpPr txBox="1"/>
          <p:nvPr>
            <p:ph idx="1" type="body"/>
          </p:nvPr>
        </p:nvSpPr>
        <p:spPr>
          <a:xfrm>
            <a:off x="8602982" y="25763222"/>
            <a:ext cx="26334720" cy="3863338"/>
          </a:xfrm>
          <a:prstGeom prst="rect">
            <a:avLst/>
          </a:prstGeom>
          <a:noFill/>
          <a:ln>
            <a:noFill/>
          </a:ln>
        </p:spPr>
        <p:txBody>
          <a:bodyPr anchorCtr="0" anchor="t" bIns="219450" lIns="438900" spcFirstLastPara="1" rIns="438900" wrap="square" tIns="219450">
            <a:normAutofit/>
          </a:bodyPr>
          <a:lstStyle>
            <a:lvl1pPr indent="-228600" lvl="0" marL="457200" algn="l">
              <a:spcBef>
                <a:spcPts val="1340"/>
              </a:spcBef>
              <a:spcAft>
                <a:spcPts val="0"/>
              </a:spcAft>
              <a:buClr>
                <a:schemeClr val="dk1"/>
              </a:buClr>
              <a:buSzPts val="6700"/>
              <a:buNone/>
              <a:defRPr sz="6700"/>
            </a:lvl1pPr>
            <a:lvl2pPr indent="-228600" lvl="1" marL="914400" algn="l">
              <a:spcBef>
                <a:spcPts val="1160"/>
              </a:spcBef>
              <a:spcAft>
                <a:spcPts val="0"/>
              </a:spcAft>
              <a:buClr>
                <a:schemeClr val="dk1"/>
              </a:buClr>
              <a:buSzPts val="5800"/>
              <a:buNone/>
              <a:defRPr sz="5800"/>
            </a:lvl2pPr>
            <a:lvl3pPr indent="-228600" lvl="2" marL="1371600" algn="l">
              <a:spcBef>
                <a:spcPts val="960"/>
              </a:spcBef>
              <a:spcAft>
                <a:spcPts val="0"/>
              </a:spcAft>
              <a:buClr>
                <a:schemeClr val="dk1"/>
              </a:buClr>
              <a:buSzPts val="4800"/>
              <a:buNone/>
              <a:defRPr sz="4800"/>
            </a:lvl3pPr>
            <a:lvl4pPr indent="-228600" lvl="3" marL="1828800" algn="l">
              <a:spcBef>
                <a:spcPts val="860"/>
              </a:spcBef>
              <a:spcAft>
                <a:spcPts val="0"/>
              </a:spcAft>
              <a:buClr>
                <a:schemeClr val="dk1"/>
              </a:buClr>
              <a:buSzPts val="4300"/>
              <a:buNone/>
              <a:defRPr sz="4300"/>
            </a:lvl4pPr>
            <a:lvl5pPr indent="-228600" lvl="4" marL="2286000" algn="l">
              <a:spcBef>
                <a:spcPts val="860"/>
              </a:spcBef>
              <a:spcAft>
                <a:spcPts val="0"/>
              </a:spcAft>
              <a:buClr>
                <a:schemeClr val="dk1"/>
              </a:buClr>
              <a:buSzPts val="4300"/>
              <a:buNone/>
              <a:defRPr sz="4300"/>
            </a:lvl5pPr>
            <a:lvl6pPr indent="-228600" lvl="5" marL="2743200" algn="l">
              <a:spcBef>
                <a:spcPts val="860"/>
              </a:spcBef>
              <a:spcAft>
                <a:spcPts val="0"/>
              </a:spcAft>
              <a:buClr>
                <a:schemeClr val="dk1"/>
              </a:buClr>
              <a:buSzPts val="4300"/>
              <a:buNone/>
              <a:defRPr sz="4300"/>
            </a:lvl6pPr>
            <a:lvl7pPr indent="-228600" lvl="6" marL="3200400" algn="l">
              <a:spcBef>
                <a:spcPts val="860"/>
              </a:spcBef>
              <a:spcAft>
                <a:spcPts val="0"/>
              </a:spcAft>
              <a:buClr>
                <a:schemeClr val="dk1"/>
              </a:buClr>
              <a:buSzPts val="4300"/>
              <a:buNone/>
              <a:defRPr sz="4300"/>
            </a:lvl7pPr>
            <a:lvl8pPr indent="-228600" lvl="7" marL="3657600" algn="l">
              <a:spcBef>
                <a:spcPts val="860"/>
              </a:spcBef>
              <a:spcAft>
                <a:spcPts val="0"/>
              </a:spcAft>
              <a:buClr>
                <a:schemeClr val="dk1"/>
              </a:buClr>
              <a:buSzPts val="4300"/>
              <a:buNone/>
              <a:defRPr sz="4300"/>
            </a:lvl8pPr>
            <a:lvl9pPr indent="-228600" lvl="8" marL="4114800" algn="l">
              <a:spcBef>
                <a:spcPts val="860"/>
              </a:spcBef>
              <a:spcAft>
                <a:spcPts val="0"/>
              </a:spcAft>
              <a:buClr>
                <a:schemeClr val="dk1"/>
              </a:buClr>
              <a:buSzPts val="4300"/>
              <a:buNone/>
              <a:defRPr sz="4300"/>
            </a:lvl9pPr>
          </a:lstStyle>
          <a:p/>
        </p:txBody>
      </p:sp>
      <p:sp>
        <p:nvSpPr>
          <p:cNvPr id="110" name="Google Shape;110;p22"/>
          <p:cNvSpPr txBox="1"/>
          <p:nvPr>
            <p:ph idx="10" type="dt"/>
          </p:nvPr>
        </p:nvSpPr>
        <p:spPr>
          <a:xfrm>
            <a:off x="2194560" y="30510482"/>
            <a:ext cx="1024128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2"/>
          <p:cNvSpPr txBox="1"/>
          <p:nvPr>
            <p:ph idx="11" type="ftr"/>
          </p:nvPr>
        </p:nvSpPr>
        <p:spPr>
          <a:xfrm>
            <a:off x="14996160" y="30510482"/>
            <a:ext cx="1389888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2" type="sldNum"/>
          </p:nvPr>
        </p:nvSpPr>
        <p:spPr>
          <a:xfrm>
            <a:off x="31455360" y="30510482"/>
            <a:ext cx="1024128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194560" y="1318262"/>
            <a:ext cx="39502080" cy="5486400"/>
          </a:xfrm>
          <a:prstGeom prst="rect">
            <a:avLst/>
          </a:prstGeom>
          <a:noFill/>
          <a:ln>
            <a:noFill/>
          </a:ln>
        </p:spPr>
        <p:txBody>
          <a:bodyPr anchorCtr="0" anchor="ctr" bIns="219450" lIns="438900" spcFirstLastPara="1" rIns="438900" wrap="square" tIns="2194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3"/>
          <p:cNvSpPr txBox="1"/>
          <p:nvPr>
            <p:ph idx="1" type="body"/>
          </p:nvPr>
        </p:nvSpPr>
        <p:spPr>
          <a:xfrm rot="5400000">
            <a:off x="11083289" y="-1207766"/>
            <a:ext cx="21724622" cy="39502080"/>
          </a:xfrm>
          <a:prstGeom prst="rect">
            <a:avLst/>
          </a:prstGeom>
          <a:noFill/>
          <a:ln>
            <a:noFill/>
          </a:ln>
        </p:spPr>
        <p:txBody>
          <a:bodyPr anchorCtr="0" anchor="t" bIns="219450" lIns="438900" spcFirstLastPara="1" rIns="438900" wrap="square" tIns="21945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6" name="Google Shape;116;p23"/>
          <p:cNvSpPr txBox="1"/>
          <p:nvPr>
            <p:ph idx="10" type="dt"/>
          </p:nvPr>
        </p:nvSpPr>
        <p:spPr>
          <a:xfrm>
            <a:off x="2194560" y="30510482"/>
            <a:ext cx="1024128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3"/>
          <p:cNvSpPr txBox="1"/>
          <p:nvPr>
            <p:ph idx="11" type="ftr"/>
          </p:nvPr>
        </p:nvSpPr>
        <p:spPr>
          <a:xfrm>
            <a:off x="14996160" y="30510482"/>
            <a:ext cx="1389888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2" type="sldNum"/>
          </p:nvPr>
        </p:nvSpPr>
        <p:spPr>
          <a:xfrm>
            <a:off x="31455360" y="30510482"/>
            <a:ext cx="1024128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109034583" y="50032922"/>
            <a:ext cx="134820662" cy="47404018"/>
          </a:xfrm>
          <a:prstGeom prst="rect">
            <a:avLst/>
          </a:prstGeom>
          <a:noFill/>
          <a:ln>
            <a:noFill/>
          </a:ln>
        </p:spPr>
        <p:txBody>
          <a:bodyPr anchorCtr="0" anchor="ctr" bIns="219450" lIns="438900" spcFirstLastPara="1" rIns="438900" wrap="square" tIns="2194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24"/>
          <p:cNvSpPr txBox="1"/>
          <p:nvPr>
            <p:ph idx="1" type="body"/>
          </p:nvPr>
        </p:nvSpPr>
        <p:spPr>
          <a:xfrm rot="5400000">
            <a:off x="13860783" y="2994660"/>
            <a:ext cx="134820662" cy="141480542"/>
          </a:xfrm>
          <a:prstGeom prst="rect">
            <a:avLst/>
          </a:prstGeom>
          <a:noFill/>
          <a:ln>
            <a:noFill/>
          </a:ln>
        </p:spPr>
        <p:txBody>
          <a:bodyPr anchorCtr="0" anchor="t" bIns="219450" lIns="438900" spcFirstLastPara="1" rIns="438900" wrap="square" tIns="21945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2" name="Google Shape;122;p24"/>
          <p:cNvSpPr txBox="1"/>
          <p:nvPr>
            <p:ph idx="10" type="dt"/>
          </p:nvPr>
        </p:nvSpPr>
        <p:spPr>
          <a:xfrm>
            <a:off x="2194560" y="30510482"/>
            <a:ext cx="1024128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p:nvPr>
            <p:ph idx="11" type="ftr"/>
          </p:nvPr>
        </p:nvSpPr>
        <p:spPr>
          <a:xfrm>
            <a:off x="14996160" y="30510482"/>
            <a:ext cx="1389888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2" type="sldNum"/>
          </p:nvPr>
        </p:nvSpPr>
        <p:spPr>
          <a:xfrm>
            <a:off x="31455360" y="30510482"/>
            <a:ext cx="1024128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496160" y="2848160"/>
            <a:ext cx="40899000" cy="3665400"/>
          </a:xfrm>
          <a:prstGeom prst="rect">
            <a:avLst/>
          </a:prstGeom>
          <a:noFill/>
          <a:ln>
            <a:noFill/>
          </a:ln>
        </p:spPr>
        <p:txBody>
          <a:bodyPr anchorCtr="0" anchor="t" bIns="487600" lIns="487600" spcFirstLastPara="1" rIns="487600" wrap="square" tIns="487600">
            <a:normAutofit/>
          </a:bodyPr>
          <a:lstStyle>
            <a:lvl1pPr lvl="0">
              <a:spcBef>
                <a:spcPts val="0"/>
              </a:spcBef>
              <a:spcAft>
                <a:spcPts val="0"/>
              </a:spcAft>
              <a:buClr>
                <a:schemeClr val="dk1"/>
              </a:buClr>
              <a:buSzPts val="14933"/>
              <a:buNone/>
              <a:defRPr sz="14933">
                <a:solidFill>
                  <a:schemeClr val="dk1"/>
                </a:solidFill>
              </a:defRPr>
            </a:lvl1pPr>
            <a:lvl2pPr lvl="1">
              <a:spcBef>
                <a:spcPts val="0"/>
              </a:spcBef>
              <a:spcAft>
                <a:spcPts val="0"/>
              </a:spcAft>
              <a:buClr>
                <a:schemeClr val="dk1"/>
              </a:buClr>
              <a:buSzPts val="14933"/>
              <a:buNone/>
              <a:defRPr sz="14933">
                <a:solidFill>
                  <a:schemeClr val="dk1"/>
                </a:solidFill>
              </a:defRPr>
            </a:lvl2pPr>
            <a:lvl3pPr lvl="2">
              <a:spcBef>
                <a:spcPts val="0"/>
              </a:spcBef>
              <a:spcAft>
                <a:spcPts val="0"/>
              </a:spcAft>
              <a:buClr>
                <a:schemeClr val="dk1"/>
              </a:buClr>
              <a:buSzPts val="14933"/>
              <a:buNone/>
              <a:defRPr sz="14933">
                <a:solidFill>
                  <a:schemeClr val="dk1"/>
                </a:solidFill>
              </a:defRPr>
            </a:lvl3pPr>
            <a:lvl4pPr lvl="3">
              <a:spcBef>
                <a:spcPts val="0"/>
              </a:spcBef>
              <a:spcAft>
                <a:spcPts val="0"/>
              </a:spcAft>
              <a:buClr>
                <a:schemeClr val="dk1"/>
              </a:buClr>
              <a:buSzPts val="14933"/>
              <a:buNone/>
              <a:defRPr sz="14933">
                <a:solidFill>
                  <a:schemeClr val="dk1"/>
                </a:solidFill>
              </a:defRPr>
            </a:lvl4pPr>
            <a:lvl5pPr lvl="4">
              <a:spcBef>
                <a:spcPts val="0"/>
              </a:spcBef>
              <a:spcAft>
                <a:spcPts val="0"/>
              </a:spcAft>
              <a:buClr>
                <a:schemeClr val="dk1"/>
              </a:buClr>
              <a:buSzPts val="14933"/>
              <a:buNone/>
              <a:defRPr sz="14933">
                <a:solidFill>
                  <a:schemeClr val="dk1"/>
                </a:solidFill>
              </a:defRPr>
            </a:lvl5pPr>
            <a:lvl6pPr lvl="5">
              <a:spcBef>
                <a:spcPts val="0"/>
              </a:spcBef>
              <a:spcAft>
                <a:spcPts val="0"/>
              </a:spcAft>
              <a:buClr>
                <a:schemeClr val="dk1"/>
              </a:buClr>
              <a:buSzPts val="14933"/>
              <a:buNone/>
              <a:defRPr sz="14933">
                <a:solidFill>
                  <a:schemeClr val="dk1"/>
                </a:solidFill>
              </a:defRPr>
            </a:lvl6pPr>
            <a:lvl7pPr lvl="6">
              <a:spcBef>
                <a:spcPts val="0"/>
              </a:spcBef>
              <a:spcAft>
                <a:spcPts val="0"/>
              </a:spcAft>
              <a:buClr>
                <a:schemeClr val="dk1"/>
              </a:buClr>
              <a:buSzPts val="14933"/>
              <a:buNone/>
              <a:defRPr sz="14933">
                <a:solidFill>
                  <a:schemeClr val="dk1"/>
                </a:solidFill>
              </a:defRPr>
            </a:lvl7pPr>
            <a:lvl8pPr lvl="7">
              <a:spcBef>
                <a:spcPts val="0"/>
              </a:spcBef>
              <a:spcAft>
                <a:spcPts val="0"/>
              </a:spcAft>
              <a:buClr>
                <a:schemeClr val="dk1"/>
              </a:buClr>
              <a:buSzPts val="14933"/>
              <a:buNone/>
              <a:defRPr sz="14933">
                <a:solidFill>
                  <a:schemeClr val="dk1"/>
                </a:solidFill>
              </a:defRPr>
            </a:lvl8pPr>
            <a:lvl9pPr lvl="8">
              <a:spcBef>
                <a:spcPts val="0"/>
              </a:spcBef>
              <a:spcAft>
                <a:spcPts val="0"/>
              </a:spcAft>
              <a:buClr>
                <a:schemeClr val="dk1"/>
              </a:buClr>
              <a:buSzPts val="14933"/>
              <a:buNone/>
              <a:defRPr sz="14933">
                <a:solidFill>
                  <a:schemeClr val="dk1"/>
                </a:solidFill>
              </a:defRPr>
            </a:lvl9pPr>
          </a:lstStyle>
          <a:p/>
        </p:txBody>
      </p:sp>
      <p:sp>
        <p:nvSpPr>
          <p:cNvPr id="7" name="Google Shape;7;p1"/>
          <p:cNvSpPr txBox="1"/>
          <p:nvPr>
            <p:ph idx="1" type="body"/>
          </p:nvPr>
        </p:nvSpPr>
        <p:spPr>
          <a:xfrm>
            <a:off x="1496160" y="7375840"/>
            <a:ext cx="40899000" cy="21864900"/>
          </a:xfrm>
          <a:prstGeom prst="rect">
            <a:avLst/>
          </a:prstGeom>
          <a:noFill/>
          <a:ln>
            <a:noFill/>
          </a:ln>
        </p:spPr>
        <p:txBody>
          <a:bodyPr anchorCtr="0" anchor="t" bIns="487600" lIns="487600" spcFirstLastPara="1" rIns="487600" wrap="square" tIns="487600">
            <a:normAutofit/>
          </a:bodyPr>
          <a:lstStyle>
            <a:lvl1pPr indent="-838200" lvl="0" marL="457200">
              <a:lnSpc>
                <a:spcPct val="115000"/>
              </a:lnSpc>
              <a:spcBef>
                <a:spcPts val="0"/>
              </a:spcBef>
              <a:spcAft>
                <a:spcPts val="0"/>
              </a:spcAft>
              <a:buClr>
                <a:schemeClr val="dk2"/>
              </a:buClr>
              <a:buSzPts val="9600"/>
              <a:buChar char="●"/>
              <a:defRPr sz="9600">
                <a:solidFill>
                  <a:schemeClr val="dk2"/>
                </a:solidFill>
              </a:defRPr>
            </a:lvl1pPr>
            <a:lvl2pPr indent="-702734" lvl="1" marL="914400">
              <a:lnSpc>
                <a:spcPct val="115000"/>
              </a:lnSpc>
              <a:spcBef>
                <a:spcPts val="0"/>
              </a:spcBef>
              <a:spcAft>
                <a:spcPts val="0"/>
              </a:spcAft>
              <a:buClr>
                <a:schemeClr val="dk2"/>
              </a:buClr>
              <a:buSzPts val="7467"/>
              <a:buChar char="○"/>
              <a:defRPr sz="7467">
                <a:solidFill>
                  <a:schemeClr val="dk2"/>
                </a:solidFill>
              </a:defRPr>
            </a:lvl2pPr>
            <a:lvl3pPr indent="-702734" lvl="2" marL="1371600">
              <a:lnSpc>
                <a:spcPct val="115000"/>
              </a:lnSpc>
              <a:spcBef>
                <a:spcPts val="0"/>
              </a:spcBef>
              <a:spcAft>
                <a:spcPts val="0"/>
              </a:spcAft>
              <a:buClr>
                <a:schemeClr val="dk2"/>
              </a:buClr>
              <a:buSzPts val="7467"/>
              <a:buChar char="■"/>
              <a:defRPr sz="7467">
                <a:solidFill>
                  <a:schemeClr val="dk2"/>
                </a:solidFill>
              </a:defRPr>
            </a:lvl3pPr>
            <a:lvl4pPr indent="-702734" lvl="3" marL="1828800">
              <a:lnSpc>
                <a:spcPct val="115000"/>
              </a:lnSpc>
              <a:spcBef>
                <a:spcPts val="0"/>
              </a:spcBef>
              <a:spcAft>
                <a:spcPts val="0"/>
              </a:spcAft>
              <a:buClr>
                <a:schemeClr val="dk2"/>
              </a:buClr>
              <a:buSzPts val="7467"/>
              <a:buChar char="●"/>
              <a:defRPr sz="7467">
                <a:solidFill>
                  <a:schemeClr val="dk2"/>
                </a:solidFill>
              </a:defRPr>
            </a:lvl4pPr>
            <a:lvl5pPr indent="-702734" lvl="4" marL="2286000">
              <a:lnSpc>
                <a:spcPct val="115000"/>
              </a:lnSpc>
              <a:spcBef>
                <a:spcPts val="0"/>
              </a:spcBef>
              <a:spcAft>
                <a:spcPts val="0"/>
              </a:spcAft>
              <a:buClr>
                <a:schemeClr val="dk2"/>
              </a:buClr>
              <a:buSzPts val="7467"/>
              <a:buChar char="○"/>
              <a:defRPr sz="7467">
                <a:solidFill>
                  <a:schemeClr val="dk2"/>
                </a:solidFill>
              </a:defRPr>
            </a:lvl5pPr>
            <a:lvl6pPr indent="-702733" lvl="5" marL="2743200">
              <a:lnSpc>
                <a:spcPct val="115000"/>
              </a:lnSpc>
              <a:spcBef>
                <a:spcPts val="0"/>
              </a:spcBef>
              <a:spcAft>
                <a:spcPts val="0"/>
              </a:spcAft>
              <a:buClr>
                <a:schemeClr val="dk2"/>
              </a:buClr>
              <a:buSzPts val="7467"/>
              <a:buChar char="■"/>
              <a:defRPr sz="7467">
                <a:solidFill>
                  <a:schemeClr val="dk2"/>
                </a:solidFill>
              </a:defRPr>
            </a:lvl6pPr>
            <a:lvl7pPr indent="-702733" lvl="6" marL="3200400">
              <a:lnSpc>
                <a:spcPct val="115000"/>
              </a:lnSpc>
              <a:spcBef>
                <a:spcPts val="0"/>
              </a:spcBef>
              <a:spcAft>
                <a:spcPts val="0"/>
              </a:spcAft>
              <a:buClr>
                <a:schemeClr val="dk2"/>
              </a:buClr>
              <a:buSzPts val="7467"/>
              <a:buChar char="●"/>
              <a:defRPr sz="7467">
                <a:solidFill>
                  <a:schemeClr val="dk2"/>
                </a:solidFill>
              </a:defRPr>
            </a:lvl7pPr>
            <a:lvl8pPr indent="-702733" lvl="7" marL="3657600">
              <a:lnSpc>
                <a:spcPct val="115000"/>
              </a:lnSpc>
              <a:spcBef>
                <a:spcPts val="0"/>
              </a:spcBef>
              <a:spcAft>
                <a:spcPts val="0"/>
              </a:spcAft>
              <a:buClr>
                <a:schemeClr val="dk2"/>
              </a:buClr>
              <a:buSzPts val="7467"/>
              <a:buChar char="○"/>
              <a:defRPr sz="7467">
                <a:solidFill>
                  <a:schemeClr val="dk2"/>
                </a:solidFill>
              </a:defRPr>
            </a:lvl8pPr>
            <a:lvl9pPr indent="-702733" lvl="8" marL="4114800">
              <a:lnSpc>
                <a:spcPct val="115000"/>
              </a:lnSpc>
              <a:spcBef>
                <a:spcPts val="0"/>
              </a:spcBef>
              <a:spcAft>
                <a:spcPts val="0"/>
              </a:spcAft>
              <a:buClr>
                <a:schemeClr val="dk2"/>
              </a:buClr>
              <a:buSzPts val="7467"/>
              <a:buChar char="■"/>
              <a:defRPr sz="7467">
                <a:solidFill>
                  <a:schemeClr val="dk2"/>
                </a:solidFill>
              </a:defRPr>
            </a:lvl9pPr>
          </a:lstStyle>
          <a:p/>
        </p:txBody>
      </p:sp>
      <p:sp>
        <p:nvSpPr>
          <p:cNvPr id="8" name="Google Shape;8;p1"/>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lvl="0" algn="r">
              <a:buNone/>
              <a:defRPr sz="5333">
                <a:solidFill>
                  <a:schemeClr val="dk2"/>
                </a:solidFill>
              </a:defRPr>
            </a:lvl1pPr>
            <a:lvl2pPr lvl="1" algn="r">
              <a:buNone/>
              <a:defRPr sz="5333">
                <a:solidFill>
                  <a:schemeClr val="dk2"/>
                </a:solidFill>
              </a:defRPr>
            </a:lvl2pPr>
            <a:lvl3pPr lvl="2" algn="r">
              <a:buNone/>
              <a:defRPr sz="5333">
                <a:solidFill>
                  <a:schemeClr val="dk2"/>
                </a:solidFill>
              </a:defRPr>
            </a:lvl3pPr>
            <a:lvl4pPr lvl="3" algn="r">
              <a:buNone/>
              <a:defRPr sz="5333">
                <a:solidFill>
                  <a:schemeClr val="dk2"/>
                </a:solidFill>
              </a:defRPr>
            </a:lvl4pPr>
            <a:lvl5pPr lvl="4" algn="r">
              <a:buNone/>
              <a:defRPr sz="5333">
                <a:solidFill>
                  <a:schemeClr val="dk2"/>
                </a:solidFill>
              </a:defRPr>
            </a:lvl5pPr>
            <a:lvl6pPr lvl="5" algn="r">
              <a:buNone/>
              <a:defRPr sz="5333">
                <a:solidFill>
                  <a:schemeClr val="dk2"/>
                </a:solidFill>
              </a:defRPr>
            </a:lvl6pPr>
            <a:lvl7pPr lvl="6" algn="r">
              <a:buNone/>
              <a:defRPr sz="5333">
                <a:solidFill>
                  <a:schemeClr val="dk2"/>
                </a:solidFill>
              </a:defRPr>
            </a:lvl7pPr>
            <a:lvl8pPr lvl="7" algn="r">
              <a:buNone/>
              <a:defRPr sz="5333">
                <a:solidFill>
                  <a:schemeClr val="dk2"/>
                </a:solidFill>
              </a:defRPr>
            </a:lvl8pPr>
            <a:lvl9pPr lvl="8" algn="r">
              <a:buNone/>
              <a:defRPr sz="5333">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194560" y="1318262"/>
            <a:ext cx="39502080" cy="5486400"/>
          </a:xfrm>
          <a:prstGeom prst="rect">
            <a:avLst/>
          </a:prstGeom>
          <a:noFill/>
          <a:ln>
            <a:noFill/>
          </a:ln>
        </p:spPr>
        <p:txBody>
          <a:bodyPr anchorCtr="0" anchor="ctr" bIns="219450" lIns="438900" spcFirstLastPara="1" rIns="438900" wrap="square" tIns="219450">
            <a:normAutofit/>
          </a:bodyPr>
          <a:lstStyle>
            <a:lvl1pPr lvl="0" marR="0" rtl="0" algn="ctr">
              <a:spcBef>
                <a:spcPts val="0"/>
              </a:spcBef>
              <a:spcAft>
                <a:spcPts val="0"/>
              </a:spcAft>
              <a:buClr>
                <a:schemeClr val="dk1"/>
              </a:buClr>
              <a:buSzPts val="21100"/>
              <a:buFont typeface="Calibri"/>
              <a:buNone/>
              <a:defRPr b="0" i="0" sz="211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2194560" y="7680963"/>
            <a:ext cx="39502080" cy="21724622"/>
          </a:xfrm>
          <a:prstGeom prst="rect">
            <a:avLst/>
          </a:prstGeom>
          <a:noFill/>
          <a:ln>
            <a:noFill/>
          </a:ln>
        </p:spPr>
        <p:txBody>
          <a:bodyPr anchorCtr="0" anchor="t" bIns="219450" lIns="438900" spcFirstLastPara="1" rIns="438900" wrap="square" tIns="219450">
            <a:normAutofit/>
          </a:bodyPr>
          <a:lstStyle>
            <a:lvl1pPr indent="-1206500" lvl="0" marL="457200" marR="0" rtl="0" algn="l">
              <a:spcBef>
                <a:spcPts val="3080"/>
              </a:spcBef>
              <a:spcAft>
                <a:spcPts val="0"/>
              </a:spcAft>
              <a:buClr>
                <a:schemeClr val="dk1"/>
              </a:buClr>
              <a:buSzPts val="15400"/>
              <a:buFont typeface="Arial"/>
              <a:buChar char="•"/>
              <a:defRPr b="0" i="0" sz="15400" u="none" cap="none" strike="noStrike">
                <a:solidFill>
                  <a:schemeClr val="dk1"/>
                </a:solidFill>
                <a:latin typeface="Calibri"/>
                <a:ea typeface="Calibri"/>
                <a:cs typeface="Calibri"/>
                <a:sym typeface="Calibri"/>
              </a:defRPr>
            </a:lvl1pPr>
            <a:lvl2pPr indent="-1079500" lvl="1" marL="914400" marR="0" rtl="0" algn="l">
              <a:spcBef>
                <a:spcPts val="2680"/>
              </a:spcBef>
              <a:spcAft>
                <a:spcPts val="0"/>
              </a:spcAft>
              <a:buClr>
                <a:schemeClr val="dk1"/>
              </a:buClr>
              <a:buSzPts val="13400"/>
              <a:buFont typeface="Arial"/>
              <a:buChar char="–"/>
              <a:defRPr b="0" i="0" sz="13400" u="none" cap="none" strike="noStrike">
                <a:solidFill>
                  <a:schemeClr val="dk1"/>
                </a:solidFill>
                <a:latin typeface="Calibri"/>
                <a:ea typeface="Calibri"/>
                <a:cs typeface="Calibri"/>
                <a:sym typeface="Calibri"/>
              </a:defRPr>
            </a:lvl2pPr>
            <a:lvl3pPr indent="-958850" lvl="2" marL="1371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3pPr>
            <a:lvl4pPr indent="-838200" lvl="3" marL="1828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2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194560" y="30510482"/>
            <a:ext cx="10241280" cy="1752600"/>
          </a:xfrm>
          <a:prstGeom prst="rect">
            <a:avLst/>
          </a:prstGeom>
          <a:noFill/>
          <a:ln>
            <a:noFill/>
          </a:ln>
        </p:spPr>
        <p:txBody>
          <a:bodyPr anchorCtr="0" anchor="ctr" bIns="219450" lIns="438900" spcFirstLastPara="1" rIns="438900" wrap="square" tIns="219450">
            <a:noAutofit/>
          </a:bodyPr>
          <a:lstStyle>
            <a:lvl1pPr lvl="0" marR="0" rtl="0" algn="l">
              <a:spcBef>
                <a:spcPts val="0"/>
              </a:spcBef>
              <a:spcAft>
                <a:spcPts val="0"/>
              </a:spcAft>
              <a:buSzPts val="1400"/>
              <a:buNone/>
              <a:defRPr b="0" i="0" sz="5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4996160" y="30510482"/>
            <a:ext cx="13898880" cy="1752600"/>
          </a:xfrm>
          <a:prstGeom prst="rect">
            <a:avLst/>
          </a:prstGeom>
          <a:noFill/>
          <a:ln>
            <a:noFill/>
          </a:ln>
        </p:spPr>
        <p:txBody>
          <a:bodyPr anchorCtr="0" anchor="ctr" bIns="219450" lIns="438900" spcFirstLastPara="1" rIns="438900" wrap="square" tIns="219450">
            <a:noAutofit/>
          </a:bodyPr>
          <a:lstStyle>
            <a:lvl1pPr lvl="0" marR="0" rtl="0" algn="ctr">
              <a:spcBef>
                <a:spcPts val="0"/>
              </a:spcBef>
              <a:spcAft>
                <a:spcPts val="0"/>
              </a:spcAft>
              <a:buSzPts val="1400"/>
              <a:buNone/>
              <a:defRPr b="0" i="0" sz="5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6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1455360" y="30510482"/>
            <a:ext cx="10241280" cy="1752600"/>
          </a:xfrm>
          <a:prstGeom prst="rect">
            <a:avLst/>
          </a:prstGeom>
          <a:noFill/>
          <a:ln>
            <a:noFill/>
          </a:ln>
        </p:spPr>
        <p:txBody>
          <a:bodyPr anchorCtr="0" anchor="ctr" bIns="219450" lIns="438900" spcFirstLastPara="1" rIns="438900" wrap="square" tIns="219450">
            <a:noAutofit/>
          </a:bodyPr>
          <a:lstStyle>
            <a:lvl1pPr indent="0" lvl="0" marL="0" marR="0" rtl="0" algn="r">
              <a:spcBef>
                <a:spcPts val="0"/>
              </a:spcBef>
              <a:buNone/>
              <a:defRPr b="0" i="0" sz="5800" u="none" cap="none" strike="noStrike">
                <a:solidFill>
                  <a:srgbClr val="888888"/>
                </a:solidFill>
                <a:latin typeface="Calibri"/>
                <a:ea typeface="Calibri"/>
                <a:cs typeface="Calibri"/>
                <a:sym typeface="Calibri"/>
              </a:defRPr>
            </a:lvl1pPr>
            <a:lvl2pPr indent="0" lvl="1" marL="0" marR="0" rtl="0" algn="r">
              <a:spcBef>
                <a:spcPts val="0"/>
              </a:spcBef>
              <a:buNone/>
              <a:defRPr b="0" i="0" sz="5800" u="none" cap="none" strike="noStrike">
                <a:solidFill>
                  <a:srgbClr val="888888"/>
                </a:solidFill>
                <a:latin typeface="Calibri"/>
                <a:ea typeface="Calibri"/>
                <a:cs typeface="Calibri"/>
                <a:sym typeface="Calibri"/>
              </a:defRPr>
            </a:lvl2pPr>
            <a:lvl3pPr indent="0" lvl="2" marL="0" marR="0" rtl="0" algn="r">
              <a:spcBef>
                <a:spcPts val="0"/>
              </a:spcBef>
              <a:buNone/>
              <a:defRPr b="0" i="0" sz="5800" u="none" cap="none" strike="noStrike">
                <a:solidFill>
                  <a:srgbClr val="888888"/>
                </a:solidFill>
                <a:latin typeface="Calibri"/>
                <a:ea typeface="Calibri"/>
                <a:cs typeface="Calibri"/>
                <a:sym typeface="Calibri"/>
              </a:defRPr>
            </a:lvl3pPr>
            <a:lvl4pPr indent="0" lvl="3" marL="0" marR="0" rtl="0" algn="r">
              <a:spcBef>
                <a:spcPts val="0"/>
              </a:spcBef>
              <a:buNone/>
              <a:defRPr b="0" i="0" sz="5800" u="none" cap="none" strike="noStrike">
                <a:solidFill>
                  <a:srgbClr val="888888"/>
                </a:solidFill>
                <a:latin typeface="Calibri"/>
                <a:ea typeface="Calibri"/>
                <a:cs typeface="Calibri"/>
                <a:sym typeface="Calibri"/>
              </a:defRPr>
            </a:lvl4pPr>
            <a:lvl5pPr indent="0" lvl="4" marL="0" marR="0" rtl="0" algn="r">
              <a:spcBef>
                <a:spcPts val="0"/>
              </a:spcBef>
              <a:buNone/>
              <a:defRPr b="0" i="0" sz="5800" u="none" cap="none" strike="noStrike">
                <a:solidFill>
                  <a:srgbClr val="888888"/>
                </a:solidFill>
                <a:latin typeface="Calibri"/>
                <a:ea typeface="Calibri"/>
                <a:cs typeface="Calibri"/>
                <a:sym typeface="Calibri"/>
              </a:defRPr>
            </a:lvl5pPr>
            <a:lvl6pPr indent="0" lvl="5" marL="0" marR="0" rtl="0" algn="r">
              <a:spcBef>
                <a:spcPts val="0"/>
              </a:spcBef>
              <a:buNone/>
              <a:defRPr b="0" i="0" sz="5800" u="none" cap="none" strike="noStrike">
                <a:solidFill>
                  <a:srgbClr val="888888"/>
                </a:solidFill>
                <a:latin typeface="Calibri"/>
                <a:ea typeface="Calibri"/>
                <a:cs typeface="Calibri"/>
                <a:sym typeface="Calibri"/>
              </a:defRPr>
            </a:lvl6pPr>
            <a:lvl7pPr indent="0" lvl="6" marL="0" marR="0" rtl="0" algn="r">
              <a:spcBef>
                <a:spcPts val="0"/>
              </a:spcBef>
              <a:buNone/>
              <a:defRPr b="0" i="0" sz="5800" u="none" cap="none" strike="noStrike">
                <a:solidFill>
                  <a:srgbClr val="888888"/>
                </a:solidFill>
                <a:latin typeface="Calibri"/>
                <a:ea typeface="Calibri"/>
                <a:cs typeface="Calibri"/>
                <a:sym typeface="Calibri"/>
              </a:defRPr>
            </a:lvl7pPr>
            <a:lvl8pPr indent="0" lvl="7" marL="0" marR="0" rtl="0" algn="r">
              <a:spcBef>
                <a:spcPts val="0"/>
              </a:spcBef>
              <a:buNone/>
              <a:defRPr b="0" i="0" sz="5800" u="none" cap="none" strike="noStrike">
                <a:solidFill>
                  <a:srgbClr val="888888"/>
                </a:solidFill>
                <a:latin typeface="Calibri"/>
                <a:ea typeface="Calibri"/>
                <a:cs typeface="Calibri"/>
                <a:sym typeface="Calibri"/>
              </a:defRPr>
            </a:lvl8pPr>
            <a:lvl9pPr indent="0" lvl="8" marL="0" marR="0" rtl="0" algn="r">
              <a:spcBef>
                <a:spcPts val="0"/>
              </a:spcBef>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3.png"/><Relationship Id="rId10" Type="http://schemas.openxmlformats.org/officeDocument/2006/relationships/image" Target="../media/image9.png"/><Relationship Id="rId13" Type="http://schemas.openxmlformats.org/officeDocument/2006/relationships/image" Target="../media/image7.png"/><Relationship Id="rId12" Type="http://schemas.openxmlformats.org/officeDocument/2006/relationships/image" Target="../media/image12.png"/><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11.png"/><Relationship Id="rId9" Type="http://schemas.openxmlformats.org/officeDocument/2006/relationships/image" Target="../media/image4.png"/><Relationship Id="rId15" Type="http://schemas.openxmlformats.org/officeDocument/2006/relationships/image" Target="../media/image2.png"/><Relationship Id="rId1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5.png"/><Relationship Id="rId8"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0" y="0"/>
            <a:ext cx="43891200" cy="32918400"/>
          </a:xfrm>
          <a:prstGeom prst="rect">
            <a:avLst/>
          </a:prstGeom>
          <a:solidFill>
            <a:srgbClr val="17365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600" u="none" cap="none" strike="noStrike">
              <a:solidFill>
                <a:schemeClr val="lt1"/>
              </a:solidFill>
              <a:latin typeface="Calibri"/>
              <a:ea typeface="Calibri"/>
              <a:cs typeface="Calibri"/>
              <a:sym typeface="Calibri"/>
            </a:endParaRPr>
          </a:p>
        </p:txBody>
      </p:sp>
      <p:sp>
        <p:nvSpPr>
          <p:cNvPr id="130" name="Google Shape;130;p25"/>
          <p:cNvSpPr/>
          <p:nvPr/>
        </p:nvSpPr>
        <p:spPr>
          <a:xfrm>
            <a:off x="926720" y="3730179"/>
            <a:ext cx="42037500" cy="27636300"/>
          </a:xfrm>
          <a:prstGeom prst="rect">
            <a:avLst/>
          </a:prstGeom>
          <a:solidFill>
            <a:schemeClr val="lt1"/>
          </a:solidFill>
          <a:ln cap="flat" cmpd="sng" w="9525">
            <a:solidFill>
              <a:schemeClr val="lt1"/>
            </a:solidFill>
            <a:prstDash val="solid"/>
            <a:round/>
            <a:headEnd len="sm" w="sm" type="none"/>
            <a:tailEnd len="sm" w="sm" type="none"/>
          </a:ln>
          <a:effectLst>
            <a:outerShdw blurRad="40000" rotWithShape="0" dir="5400000" dist="23000">
              <a:srgbClr val="8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 sz="8600" u="none" cap="none" strike="noStrike">
                <a:solidFill>
                  <a:schemeClr val="lt1"/>
                </a:solidFill>
                <a:latin typeface="Calibri"/>
                <a:ea typeface="Calibri"/>
                <a:cs typeface="Calibri"/>
                <a:sym typeface="Calibri"/>
              </a:rPr>
              <a:t>   </a:t>
            </a:r>
            <a:endParaRPr b="0" i="0" sz="8600" u="none" cap="none" strike="noStrike">
              <a:solidFill>
                <a:schemeClr val="lt1"/>
              </a:solidFill>
              <a:latin typeface="Calibri"/>
              <a:ea typeface="Calibri"/>
              <a:cs typeface="Calibri"/>
              <a:sym typeface="Calibri"/>
            </a:endParaRPr>
          </a:p>
        </p:txBody>
      </p:sp>
      <p:sp>
        <p:nvSpPr>
          <p:cNvPr id="131" name="Google Shape;131;p25"/>
          <p:cNvSpPr txBox="1"/>
          <p:nvPr/>
        </p:nvSpPr>
        <p:spPr>
          <a:xfrm>
            <a:off x="1" y="420500"/>
            <a:ext cx="43891200" cy="1200600"/>
          </a:xfrm>
          <a:prstGeom prst="rect">
            <a:avLst/>
          </a:prstGeom>
          <a:noFill/>
          <a:ln>
            <a:noFill/>
          </a:ln>
        </p:spPr>
        <p:txBody>
          <a:bodyPr anchorCtr="0" anchor="t" bIns="45700" lIns="91425" spcFirstLastPara="1" rIns="91425" wrap="square" tIns="45700">
            <a:spAutoFit/>
          </a:bodyPr>
          <a:lstStyle/>
          <a:p>
            <a:pPr indent="0" lvl="0" marL="457200" rtl="0" algn="ctr">
              <a:lnSpc>
                <a:spcPct val="150000"/>
              </a:lnSpc>
              <a:spcBef>
                <a:spcPts val="0"/>
              </a:spcBef>
              <a:spcAft>
                <a:spcPts val="1700"/>
              </a:spcAft>
              <a:buNone/>
            </a:pPr>
            <a:r>
              <a:rPr b="1" lang="en" sz="7200">
                <a:solidFill>
                  <a:srgbClr val="FFFFFF"/>
                </a:solidFill>
              </a:rPr>
              <a:t>PVT-Aware Evaluation of 6T SRAM Stability, Writability, and Design Tradeoffs</a:t>
            </a:r>
            <a:endParaRPr b="1" sz="7200">
              <a:solidFill>
                <a:srgbClr val="FFFFFF"/>
              </a:solidFill>
            </a:endParaRPr>
          </a:p>
        </p:txBody>
      </p:sp>
      <p:sp>
        <p:nvSpPr>
          <p:cNvPr id="132" name="Google Shape;132;p25"/>
          <p:cNvSpPr txBox="1"/>
          <p:nvPr/>
        </p:nvSpPr>
        <p:spPr>
          <a:xfrm>
            <a:off x="1809802" y="4245200"/>
            <a:ext cx="94044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5000">
                <a:solidFill>
                  <a:schemeClr val="dk2"/>
                </a:solidFill>
              </a:rPr>
              <a:t>Abstract</a:t>
            </a:r>
            <a:endParaRPr b="1" sz="5000">
              <a:solidFill>
                <a:schemeClr val="dk2"/>
              </a:solidFill>
              <a:latin typeface="Arial"/>
              <a:ea typeface="Arial"/>
              <a:cs typeface="Arial"/>
              <a:sym typeface="Arial"/>
            </a:endParaRPr>
          </a:p>
        </p:txBody>
      </p:sp>
      <p:sp>
        <p:nvSpPr>
          <p:cNvPr id="133" name="Google Shape;133;p25"/>
          <p:cNvSpPr txBox="1"/>
          <p:nvPr/>
        </p:nvSpPr>
        <p:spPr>
          <a:xfrm>
            <a:off x="1809777" y="9895988"/>
            <a:ext cx="94044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5000">
                <a:solidFill>
                  <a:schemeClr val="dk2"/>
                </a:solidFill>
              </a:rPr>
              <a:t>Baseline Bitcell Stability</a:t>
            </a:r>
            <a:endParaRPr b="1" sz="5000">
              <a:solidFill>
                <a:schemeClr val="dk2"/>
              </a:solidFill>
              <a:latin typeface="Arial"/>
              <a:ea typeface="Arial"/>
              <a:cs typeface="Arial"/>
              <a:sym typeface="Arial"/>
            </a:endParaRPr>
          </a:p>
        </p:txBody>
      </p:sp>
      <p:sp>
        <p:nvSpPr>
          <p:cNvPr id="134" name="Google Shape;134;p25"/>
          <p:cNvSpPr txBox="1"/>
          <p:nvPr/>
        </p:nvSpPr>
        <p:spPr>
          <a:xfrm>
            <a:off x="12715300" y="4152900"/>
            <a:ext cx="17978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5000">
                <a:solidFill>
                  <a:schemeClr val="dk2"/>
                </a:solidFill>
              </a:rPr>
              <a:t>Cell Level Optimizations</a:t>
            </a:r>
            <a:endParaRPr b="1" sz="5400">
              <a:solidFill>
                <a:schemeClr val="dk2"/>
              </a:solidFill>
              <a:latin typeface="Arial"/>
              <a:ea typeface="Arial"/>
              <a:cs typeface="Arial"/>
              <a:sym typeface="Arial"/>
            </a:endParaRPr>
          </a:p>
        </p:txBody>
      </p:sp>
      <p:cxnSp>
        <p:nvCxnSpPr>
          <p:cNvPr id="135" name="Google Shape;135;p25"/>
          <p:cNvCxnSpPr/>
          <p:nvPr/>
        </p:nvCxnSpPr>
        <p:spPr>
          <a:xfrm>
            <a:off x="12201425" y="4462550"/>
            <a:ext cx="120300" cy="26987100"/>
          </a:xfrm>
          <a:prstGeom prst="straightConnector1">
            <a:avLst/>
          </a:prstGeom>
          <a:noFill/>
          <a:ln cap="flat" cmpd="sng" w="25400">
            <a:solidFill>
              <a:srgbClr val="800000"/>
            </a:solidFill>
            <a:prstDash val="solid"/>
            <a:round/>
            <a:headEnd len="sm" w="sm" type="none"/>
            <a:tailEnd len="sm" w="sm" type="none"/>
          </a:ln>
          <a:effectLst>
            <a:outerShdw blurRad="40000" rotWithShape="0" dir="5400000" dist="20000">
              <a:srgbClr val="000000">
                <a:alpha val="38039"/>
              </a:srgbClr>
            </a:outerShdw>
          </a:effectLst>
        </p:spPr>
      </p:cxnSp>
      <p:sp>
        <p:nvSpPr>
          <p:cNvPr id="136" name="Google Shape;136;p25"/>
          <p:cNvSpPr txBox="1"/>
          <p:nvPr/>
        </p:nvSpPr>
        <p:spPr>
          <a:xfrm>
            <a:off x="1809777" y="10757900"/>
            <a:ext cx="9404400" cy="532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1079"/>
              </a:spcAft>
              <a:buNone/>
            </a:pPr>
            <a:r>
              <a:rPr lang="en" sz="3400">
                <a:solidFill>
                  <a:srgbClr val="232528"/>
                </a:solidFill>
                <a:latin typeface="Helvetica Neue"/>
                <a:ea typeface="Helvetica Neue"/>
                <a:cs typeface="Helvetica Neue"/>
                <a:sym typeface="Helvetica Neue"/>
              </a:rPr>
              <a:t>The 6T bitcell is sized at TT (1.0 V, 27°C) and characterized across FF/TT/SS corners. SNM is extracted as the largest inscribed square in the butterfly curve; WNM uses the diagonal-corner convention. Hold SNM (422-461 mV) is comfortable across all corners. Read SNM (212-224 mV) sets the reliability floor. WNM degrades from 474 mV (FF) to 259 mV (SS), making the slow corner the binding writability constraint.</a:t>
            </a:r>
            <a:endParaRPr sz="2800">
              <a:solidFill>
                <a:srgbClr val="000000"/>
              </a:solidFill>
              <a:latin typeface="Arial"/>
              <a:ea typeface="Arial"/>
              <a:cs typeface="Arial"/>
              <a:sym typeface="Arial"/>
            </a:endParaRPr>
          </a:p>
        </p:txBody>
      </p:sp>
      <p:sp>
        <p:nvSpPr>
          <p:cNvPr id="137" name="Google Shape;137;p25"/>
          <p:cNvSpPr txBox="1"/>
          <p:nvPr/>
        </p:nvSpPr>
        <p:spPr>
          <a:xfrm>
            <a:off x="1816925" y="5176200"/>
            <a:ext cx="9714600" cy="4155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3300">
                <a:solidFill>
                  <a:schemeClr val="dk1"/>
                </a:solidFill>
                <a:latin typeface="Helvetica Neue"/>
                <a:ea typeface="Helvetica Neue"/>
                <a:cs typeface="Helvetica Neue"/>
                <a:sym typeface="Helvetica Neue"/>
              </a:rPr>
              <a:t>We evaluate a 6T SRAM bitcell across FF/TT/SS corners (1.2/1.0/1.0 V) and SS 0.8 V, bridging to a 128×128, 8-bit, 16:1 NVSim macro. At TT, high-Vt cuts hold-window energy by 13.9% (-10.2% read SNM), negative bitline reduces write delay by 54.5%, and wordline underdrive improves read SNM by 39.9% with 57.3% lower read disturb. All macro results are labeled by source.</a:t>
            </a:r>
            <a:endParaRPr sz="1300"/>
          </a:p>
        </p:txBody>
      </p:sp>
      <p:sp>
        <p:nvSpPr>
          <p:cNvPr id="138" name="Google Shape;138;p25"/>
          <p:cNvSpPr txBox="1"/>
          <p:nvPr/>
        </p:nvSpPr>
        <p:spPr>
          <a:xfrm>
            <a:off x="12735513" y="5149825"/>
            <a:ext cx="19045200" cy="3347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 sz="3431">
                <a:solidFill>
                  <a:srgbClr val="232528"/>
                </a:solidFill>
                <a:latin typeface="Helvetica Neue"/>
                <a:ea typeface="Helvetica Neue"/>
                <a:cs typeface="Helvetica Neue"/>
                <a:sym typeface="Helvetica Neue"/>
              </a:rPr>
              <a:t>Three optimizations are evaluated against the baseline cell, each targeting a different worst-case metric identified above. High-Vt access transistors target hold-window leakage energy; negative-bitline write assist targets write delay at the slow corner; and wordline-underdrive read assist targets the binding read SNM and transient read disturb. Each optimization improves its target metric at the cost of another, and the tradeoffs are characterized across the PVT corners.</a:t>
            </a:r>
            <a:endParaRPr sz="3431">
              <a:solidFill>
                <a:srgbClr val="232528"/>
              </a:solidFill>
              <a:latin typeface="Helvetica Neue"/>
              <a:ea typeface="Helvetica Neue"/>
              <a:cs typeface="Helvetica Neue"/>
              <a:sym typeface="Helvetica Neue"/>
            </a:endParaRPr>
          </a:p>
          <a:p>
            <a:pPr indent="0" lvl="0" marL="0" marR="0" rtl="0" algn="l">
              <a:spcBef>
                <a:spcPts val="1429"/>
              </a:spcBef>
              <a:spcAft>
                <a:spcPts val="0"/>
              </a:spcAft>
              <a:buNone/>
            </a:pPr>
            <a:r>
              <a:t/>
            </a:r>
            <a:endParaRPr sz="2800">
              <a:solidFill>
                <a:schemeClr val="dk2"/>
              </a:solidFill>
            </a:endParaRPr>
          </a:p>
        </p:txBody>
      </p:sp>
      <p:sp>
        <p:nvSpPr>
          <p:cNvPr id="139" name="Google Shape;139;p25"/>
          <p:cNvSpPr txBox="1"/>
          <p:nvPr/>
        </p:nvSpPr>
        <p:spPr>
          <a:xfrm>
            <a:off x="0" y="1856825"/>
            <a:ext cx="438912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4800">
                <a:solidFill>
                  <a:srgbClr val="FFFFFF"/>
                </a:solidFill>
              </a:rPr>
              <a:t>Krishna Karthikeya Chemudupati</a:t>
            </a:r>
            <a:r>
              <a:rPr b="1" baseline="30000" lang="en" sz="4800">
                <a:solidFill>
                  <a:srgbClr val="FFFFFF"/>
                </a:solidFill>
              </a:rPr>
              <a:t>||✝</a:t>
            </a:r>
            <a:r>
              <a:rPr b="1" lang="en" sz="4800">
                <a:solidFill>
                  <a:srgbClr val="FFFFFF"/>
                </a:solidFill>
              </a:rPr>
              <a:t>, Taarana Jammula</a:t>
            </a:r>
            <a:r>
              <a:rPr b="1" baseline="30000" lang="en" sz="4800">
                <a:solidFill>
                  <a:srgbClr val="FFFFFF"/>
                </a:solidFill>
              </a:rPr>
              <a:t>||</a:t>
            </a:r>
            <a:r>
              <a:rPr b="1" lang="en" sz="4800">
                <a:solidFill>
                  <a:srgbClr val="FFFFFF"/>
                </a:solidFill>
              </a:rPr>
              <a:t>, Adithya Selvakumar</a:t>
            </a:r>
            <a:r>
              <a:rPr b="1" baseline="30000" lang="en" sz="4800">
                <a:solidFill>
                  <a:srgbClr val="FFFFFF"/>
                </a:solidFill>
              </a:rPr>
              <a:t>||✝</a:t>
            </a:r>
            <a:endParaRPr b="1" baseline="30000" sz="4800">
              <a:solidFill>
                <a:srgbClr val="FFFFFF"/>
              </a:solidFill>
            </a:endParaRPr>
          </a:p>
        </p:txBody>
      </p:sp>
      <p:sp>
        <p:nvSpPr>
          <p:cNvPr id="140" name="Google Shape;140;p25"/>
          <p:cNvSpPr txBox="1"/>
          <p:nvPr/>
        </p:nvSpPr>
        <p:spPr>
          <a:xfrm>
            <a:off x="0" y="2687813"/>
            <a:ext cx="438912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4800">
                <a:solidFill>
                  <a:srgbClr val="FFFFFF"/>
                </a:solidFill>
              </a:rPr>
              <a:t>Department of Electrical and Systems Engineering</a:t>
            </a:r>
            <a:r>
              <a:rPr b="1" baseline="30000" lang="en" sz="4800">
                <a:solidFill>
                  <a:srgbClr val="FFFFFF"/>
                </a:solidFill>
              </a:rPr>
              <a:t>||</a:t>
            </a:r>
            <a:r>
              <a:rPr b="1" lang="en" sz="4800">
                <a:solidFill>
                  <a:srgbClr val="FFFFFF"/>
                </a:solidFill>
              </a:rPr>
              <a:t>, Department of Physics and Astronomy</a:t>
            </a:r>
            <a:r>
              <a:rPr b="1" baseline="30000" lang="en" sz="4800">
                <a:solidFill>
                  <a:srgbClr val="FFFFFF"/>
                </a:solidFill>
              </a:rPr>
              <a:t>✝</a:t>
            </a:r>
            <a:endParaRPr b="1" baseline="30000" sz="4800">
              <a:solidFill>
                <a:srgbClr val="FFFFFF"/>
              </a:solidFill>
            </a:endParaRPr>
          </a:p>
        </p:txBody>
      </p:sp>
      <p:sp>
        <p:nvSpPr>
          <p:cNvPr id="141" name="Google Shape;141;p25"/>
          <p:cNvSpPr txBox="1"/>
          <p:nvPr/>
        </p:nvSpPr>
        <p:spPr>
          <a:xfrm>
            <a:off x="32586275" y="4152900"/>
            <a:ext cx="98493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Font typeface="Arial"/>
              <a:buNone/>
            </a:pPr>
            <a:r>
              <a:rPr b="1" lang="en" sz="5000">
                <a:solidFill>
                  <a:schemeClr val="dk2"/>
                </a:solidFill>
              </a:rPr>
              <a:t>Array-Level Macro Results</a:t>
            </a:r>
            <a:endParaRPr b="1" sz="5000">
              <a:solidFill>
                <a:schemeClr val="dk2"/>
              </a:solidFill>
              <a:latin typeface="Arial"/>
              <a:ea typeface="Arial"/>
              <a:cs typeface="Arial"/>
              <a:sym typeface="Arial"/>
            </a:endParaRPr>
          </a:p>
        </p:txBody>
      </p:sp>
      <p:cxnSp>
        <p:nvCxnSpPr>
          <p:cNvPr id="142" name="Google Shape;142;p25"/>
          <p:cNvCxnSpPr/>
          <p:nvPr/>
        </p:nvCxnSpPr>
        <p:spPr>
          <a:xfrm>
            <a:off x="32194500" y="4152900"/>
            <a:ext cx="19200" cy="27297000"/>
          </a:xfrm>
          <a:prstGeom prst="straightConnector1">
            <a:avLst/>
          </a:prstGeom>
          <a:noFill/>
          <a:ln cap="flat" cmpd="sng" w="25400">
            <a:solidFill>
              <a:srgbClr val="800000"/>
            </a:solidFill>
            <a:prstDash val="solid"/>
            <a:round/>
            <a:headEnd len="sm" w="sm" type="none"/>
            <a:tailEnd len="sm" w="sm" type="none"/>
          </a:ln>
          <a:effectLst>
            <a:outerShdw blurRad="40000" rotWithShape="0" dir="5400000" dist="20000">
              <a:srgbClr val="000000">
                <a:alpha val="38040"/>
              </a:srgbClr>
            </a:outerShdw>
          </a:effectLst>
        </p:spPr>
      </p:cxnSp>
      <p:sp>
        <p:nvSpPr>
          <p:cNvPr id="143" name="Google Shape;143;p25"/>
          <p:cNvSpPr txBox="1"/>
          <p:nvPr/>
        </p:nvSpPr>
        <p:spPr>
          <a:xfrm>
            <a:off x="32627475" y="4928875"/>
            <a:ext cx="10123800" cy="378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3431">
                <a:solidFill>
                  <a:srgbClr val="232528"/>
                </a:solidFill>
                <a:latin typeface="Helvetica Neue"/>
                <a:ea typeface="Helvetica Neue"/>
                <a:cs typeface="Helvetica Neue"/>
                <a:sym typeface="Helvetica Neue"/>
              </a:rPr>
              <a:t>Bitcell results bridge to a 128×128, 8-bit, 16:1 </a:t>
            </a:r>
            <a:endParaRPr sz="3431">
              <a:solidFill>
                <a:srgbClr val="232528"/>
              </a:solidFill>
              <a:latin typeface="Helvetica Neue"/>
              <a:ea typeface="Helvetica Neue"/>
              <a:cs typeface="Helvetica Neue"/>
              <a:sym typeface="Helvetica Neue"/>
            </a:endParaRPr>
          </a:p>
          <a:p>
            <a:pPr indent="0" lvl="0" marL="0" marR="0" rtl="0" algn="l">
              <a:spcBef>
                <a:spcPts val="0"/>
              </a:spcBef>
              <a:spcAft>
                <a:spcPts val="0"/>
              </a:spcAft>
              <a:buNone/>
            </a:pPr>
            <a:r>
              <a:rPr lang="en" sz="3431">
                <a:solidFill>
                  <a:srgbClr val="232528"/>
                </a:solidFill>
                <a:latin typeface="Helvetica Neue"/>
                <a:ea typeface="Helvetica Neue"/>
                <a:cs typeface="Helvetica Neue"/>
                <a:sym typeface="Helvetica Neue"/>
              </a:rPr>
              <a:t>NVSim macro. High-Vt leakage and negative-BL write latency are adjusted as derived proxies from TT Cadence results; all other values remain at NVSim baseline. WL underdrive is treated as a cell-level improvement</a:t>
            </a:r>
            <a:r>
              <a:rPr lang="en" sz="3431">
                <a:solidFill>
                  <a:srgbClr val="232528"/>
                </a:solidFill>
                <a:latin typeface="Helvetica Neue"/>
                <a:ea typeface="Helvetica Neue"/>
                <a:cs typeface="Helvetica Neue"/>
                <a:sym typeface="Helvetica Neue"/>
              </a:rPr>
              <a:t> only</a:t>
            </a:r>
            <a:r>
              <a:rPr lang="en" sz="3431">
                <a:solidFill>
                  <a:srgbClr val="232528"/>
                </a:solidFill>
                <a:latin typeface="Helvetica Neue"/>
                <a:ea typeface="Helvetica Neue"/>
                <a:cs typeface="Helvetica Neue"/>
                <a:sym typeface="Helvetica Neue"/>
              </a:rPr>
              <a:t>. Each value is labeled as NVSim estimate or Cadence simulation.</a:t>
            </a:r>
            <a:endParaRPr sz="3431">
              <a:solidFill>
                <a:srgbClr val="232528"/>
              </a:solidFill>
              <a:latin typeface="Helvetica Neue"/>
              <a:ea typeface="Helvetica Neue"/>
              <a:cs typeface="Helvetica Neue"/>
              <a:sym typeface="Helvetica Neue"/>
            </a:endParaRPr>
          </a:p>
        </p:txBody>
      </p:sp>
      <p:sp>
        <p:nvSpPr>
          <p:cNvPr id="144" name="Google Shape;144;p25"/>
          <p:cNvSpPr/>
          <p:nvPr/>
        </p:nvSpPr>
        <p:spPr>
          <a:xfrm>
            <a:off x="1621900" y="16213375"/>
            <a:ext cx="10123800" cy="9019500"/>
          </a:xfrm>
          <a:prstGeom prst="rect">
            <a:avLst/>
          </a:prstGeom>
          <a:solidFill>
            <a:srgbClr val="4E6D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5" name="Google Shape;145;p25" title="baseline_hold_snm_all_corners.png"/>
          <p:cNvPicPr preferRelativeResize="0"/>
          <p:nvPr/>
        </p:nvPicPr>
        <p:blipFill>
          <a:blip r:embed="rId3">
            <a:alphaModFix/>
          </a:blip>
          <a:stretch>
            <a:fillRect/>
          </a:stretch>
        </p:blipFill>
        <p:spPr>
          <a:xfrm>
            <a:off x="1751987" y="16525462"/>
            <a:ext cx="4778947" cy="4428931"/>
          </a:xfrm>
          <a:prstGeom prst="rect">
            <a:avLst/>
          </a:prstGeom>
          <a:solidFill>
            <a:srgbClr val="4E6DBE"/>
          </a:solidFill>
          <a:ln cap="flat" cmpd="sng" w="19050">
            <a:solidFill>
              <a:srgbClr val="CFE2F3"/>
            </a:solidFill>
            <a:prstDash val="solid"/>
            <a:round/>
            <a:headEnd len="sm" w="sm" type="none"/>
            <a:tailEnd len="sm" w="sm" type="none"/>
          </a:ln>
        </p:spPr>
      </p:pic>
      <p:pic>
        <p:nvPicPr>
          <p:cNvPr id="146" name="Google Shape;146;p25" title="baseline_read_snm_all_corners.png"/>
          <p:cNvPicPr preferRelativeResize="0"/>
          <p:nvPr/>
        </p:nvPicPr>
        <p:blipFill>
          <a:blip r:embed="rId4">
            <a:alphaModFix/>
          </a:blip>
          <a:stretch>
            <a:fillRect/>
          </a:stretch>
        </p:blipFill>
        <p:spPr>
          <a:xfrm>
            <a:off x="6736225" y="16525475"/>
            <a:ext cx="4865075" cy="4428926"/>
          </a:xfrm>
          <a:prstGeom prst="rect">
            <a:avLst/>
          </a:prstGeom>
          <a:noFill/>
          <a:ln cap="flat" cmpd="sng" w="19050">
            <a:solidFill>
              <a:srgbClr val="CFE2F3"/>
            </a:solidFill>
            <a:prstDash val="solid"/>
            <a:round/>
            <a:headEnd len="sm" w="sm" type="none"/>
            <a:tailEnd len="sm" w="sm" type="none"/>
          </a:ln>
        </p:spPr>
      </p:pic>
      <p:sp>
        <p:nvSpPr>
          <p:cNvPr id="147" name="Google Shape;147;p25"/>
          <p:cNvSpPr txBox="1"/>
          <p:nvPr/>
        </p:nvSpPr>
        <p:spPr>
          <a:xfrm>
            <a:off x="1752000" y="21055025"/>
            <a:ext cx="9849300" cy="2598000"/>
          </a:xfrm>
          <a:prstGeom prst="rect">
            <a:avLst/>
          </a:prstGeom>
          <a:noFill/>
          <a:ln>
            <a:noFill/>
          </a:ln>
        </p:spPr>
        <p:txBody>
          <a:bodyPr anchorCtr="0" anchor="t" bIns="249050" lIns="249050" spcFirstLastPara="1" rIns="249050" wrap="square" tIns="249050">
            <a:noAutofit/>
          </a:bodyPr>
          <a:lstStyle/>
          <a:p>
            <a:pPr indent="0" lvl="0" marL="0" rtl="0" algn="ctr">
              <a:spcBef>
                <a:spcPts val="0"/>
              </a:spcBef>
              <a:spcAft>
                <a:spcPts val="0"/>
              </a:spcAft>
              <a:buNone/>
            </a:pPr>
            <a:r>
              <a:rPr b="1" lang="en" sz="2600">
                <a:solidFill>
                  <a:srgbClr val="FFFFFF"/>
                </a:solidFill>
                <a:latin typeface="Helvetica Neue"/>
                <a:ea typeface="Helvetica Neue"/>
                <a:cs typeface="Helvetica Neue"/>
                <a:sym typeface="Helvetica Neue"/>
              </a:rPr>
              <a:t>(Left) Hold-SNM butterfly overlays across corners. The cell holds robustly at all three corners (422–461 mV), confirming stable data retention without assist. The larger FF envelope partly reflects its higher 1.2 V supply. </a:t>
            </a:r>
            <a:endParaRPr b="1" sz="2600">
              <a:solidFill>
                <a:srgbClr val="FFFFFF"/>
              </a:solidFill>
              <a:latin typeface="Helvetica Neue"/>
              <a:ea typeface="Helvetica Neue"/>
              <a:cs typeface="Helvetica Neue"/>
              <a:sym typeface="Helvetica Neue"/>
            </a:endParaRPr>
          </a:p>
          <a:p>
            <a:pPr indent="0" lvl="0" marL="0" rtl="0" algn="ctr">
              <a:spcBef>
                <a:spcPts val="1362"/>
              </a:spcBef>
              <a:spcAft>
                <a:spcPts val="1362"/>
              </a:spcAft>
              <a:buNone/>
            </a:pPr>
            <a:r>
              <a:rPr b="1" lang="en" sz="2600">
                <a:solidFill>
                  <a:srgbClr val="FFFFFF"/>
                </a:solidFill>
                <a:latin typeface="Helvetica Neue"/>
                <a:ea typeface="Helvetica Neue"/>
                <a:cs typeface="Helvetica Neue"/>
                <a:sym typeface="Helvetica Neue"/>
              </a:rPr>
              <a:t>(Right) Read-SNM butterfly overlays across corners. Read SNM is the smallest of the three margins (212–224 mV) and sets the read-side reliability floor. The compressed eyes relative to hold reflect the access transistor pulling on the storage node during a read. </a:t>
            </a:r>
            <a:endParaRPr b="1" i="1" sz="2600">
              <a:solidFill>
                <a:srgbClr val="FFFFFF"/>
              </a:solidFill>
              <a:latin typeface="Helvetica Neue"/>
              <a:ea typeface="Helvetica Neue"/>
              <a:cs typeface="Helvetica Neue"/>
              <a:sym typeface="Helvetica Neue"/>
            </a:endParaRPr>
          </a:p>
        </p:txBody>
      </p:sp>
      <p:sp>
        <p:nvSpPr>
          <p:cNvPr id="148" name="Google Shape;148;p25"/>
          <p:cNvSpPr txBox="1"/>
          <p:nvPr/>
        </p:nvSpPr>
        <p:spPr>
          <a:xfrm>
            <a:off x="12634551" y="8436025"/>
            <a:ext cx="9447000" cy="4428900"/>
          </a:xfrm>
          <a:prstGeom prst="rect">
            <a:avLst/>
          </a:prstGeom>
          <a:noFill/>
          <a:ln>
            <a:noFill/>
          </a:ln>
        </p:spPr>
        <p:txBody>
          <a:bodyPr anchorCtr="0" anchor="t" bIns="197300" lIns="197300" spcFirstLastPara="1" rIns="197300" wrap="square" tIns="197300">
            <a:noAutofit/>
          </a:bodyPr>
          <a:lstStyle/>
          <a:p>
            <a:pPr indent="0" lvl="0" marL="0" rtl="0" algn="l">
              <a:spcBef>
                <a:spcPts val="0"/>
              </a:spcBef>
              <a:spcAft>
                <a:spcPts val="0"/>
              </a:spcAft>
              <a:buNone/>
            </a:pPr>
            <a:r>
              <a:rPr b="1" lang="en" sz="4000">
                <a:solidFill>
                  <a:schemeClr val="dk2"/>
                </a:solidFill>
              </a:rPr>
              <a:t>Negative Bitline Write-Assist</a:t>
            </a:r>
            <a:endParaRPr b="1" sz="2000">
              <a:solidFill>
                <a:srgbClr val="232528"/>
              </a:solidFill>
              <a:latin typeface="Helvetica Neue"/>
              <a:ea typeface="Helvetica Neue"/>
              <a:cs typeface="Helvetica Neue"/>
              <a:sym typeface="Helvetica Neue"/>
            </a:endParaRPr>
          </a:p>
          <a:p>
            <a:pPr indent="0" lvl="0" marL="0" rtl="0" algn="l">
              <a:spcBef>
                <a:spcPts val="0"/>
              </a:spcBef>
              <a:spcAft>
                <a:spcPts val="0"/>
              </a:spcAft>
              <a:buNone/>
            </a:pPr>
            <a:r>
              <a:t/>
            </a:r>
            <a:endParaRPr sz="600">
              <a:solidFill>
                <a:srgbClr val="232528"/>
              </a:solidFill>
              <a:latin typeface="Helvetica Neue"/>
              <a:ea typeface="Helvetica Neue"/>
              <a:cs typeface="Helvetica Neue"/>
              <a:sym typeface="Helvetica Neue"/>
            </a:endParaRPr>
          </a:p>
          <a:p>
            <a:pPr indent="0" lvl="0" marL="0" rtl="0" algn="l">
              <a:spcBef>
                <a:spcPts val="1079"/>
              </a:spcBef>
              <a:spcAft>
                <a:spcPts val="1079"/>
              </a:spcAft>
              <a:buNone/>
            </a:pPr>
            <a:r>
              <a:rPr lang="en" sz="3400">
                <a:solidFill>
                  <a:srgbClr val="232528"/>
                </a:solidFill>
                <a:latin typeface="Helvetica Neue"/>
                <a:ea typeface="Helvetica Neue"/>
                <a:cs typeface="Helvetica Neue"/>
                <a:sym typeface="Helvetica Neue"/>
              </a:rPr>
              <a:t>Driving the bitline below ground during the write strengthens the access transistor's pull-down ability and accelerates the storage-node flip. The benefit grows monotonically as the corner slows.</a:t>
            </a:r>
            <a:endParaRPr sz="3400">
              <a:solidFill>
                <a:srgbClr val="232528"/>
              </a:solidFill>
              <a:latin typeface="Helvetica Neue"/>
              <a:ea typeface="Helvetica Neue"/>
              <a:cs typeface="Helvetica Neue"/>
              <a:sym typeface="Helvetica Neue"/>
            </a:endParaRPr>
          </a:p>
        </p:txBody>
      </p:sp>
      <p:sp>
        <p:nvSpPr>
          <p:cNvPr id="149" name="Google Shape;149;p25"/>
          <p:cNvSpPr txBox="1"/>
          <p:nvPr/>
        </p:nvSpPr>
        <p:spPr>
          <a:xfrm>
            <a:off x="22829875" y="8436025"/>
            <a:ext cx="8657400" cy="3895200"/>
          </a:xfrm>
          <a:prstGeom prst="rect">
            <a:avLst/>
          </a:prstGeom>
          <a:noFill/>
          <a:ln>
            <a:noFill/>
          </a:ln>
        </p:spPr>
        <p:txBody>
          <a:bodyPr anchorCtr="0" anchor="t" bIns="197300" lIns="197300" spcFirstLastPara="1" rIns="197300" wrap="square" tIns="197300">
            <a:noAutofit/>
          </a:bodyPr>
          <a:lstStyle/>
          <a:p>
            <a:pPr indent="0" lvl="0" marL="0" rtl="0" algn="l">
              <a:spcBef>
                <a:spcPts val="0"/>
              </a:spcBef>
              <a:spcAft>
                <a:spcPts val="0"/>
              </a:spcAft>
              <a:buClr>
                <a:schemeClr val="dk1"/>
              </a:buClr>
              <a:buSzPts val="1100"/>
              <a:buFont typeface="Arial"/>
              <a:buNone/>
            </a:pPr>
            <a:r>
              <a:rPr b="1" lang="en" sz="4000">
                <a:solidFill>
                  <a:schemeClr val="dk2"/>
                </a:solidFill>
              </a:rPr>
              <a:t>Wordline</a:t>
            </a:r>
            <a:r>
              <a:rPr b="1" lang="en" sz="4000">
                <a:solidFill>
                  <a:schemeClr val="dk2"/>
                </a:solidFill>
              </a:rPr>
              <a:t> Underdrive </a:t>
            </a:r>
            <a:r>
              <a:rPr b="1" lang="en" sz="4000">
                <a:solidFill>
                  <a:schemeClr val="dk2"/>
                </a:solidFill>
              </a:rPr>
              <a:t>Read-Assist</a:t>
            </a:r>
            <a:endParaRPr b="1" sz="3400">
              <a:solidFill>
                <a:srgbClr val="232528"/>
              </a:solidFill>
              <a:latin typeface="Helvetica Neue"/>
              <a:ea typeface="Helvetica Neue"/>
              <a:cs typeface="Helvetica Neue"/>
              <a:sym typeface="Helvetica Neue"/>
            </a:endParaRPr>
          </a:p>
          <a:p>
            <a:pPr indent="0" lvl="0" marL="0" rtl="0" algn="l">
              <a:spcBef>
                <a:spcPts val="0"/>
              </a:spcBef>
              <a:spcAft>
                <a:spcPts val="0"/>
              </a:spcAft>
              <a:buNone/>
            </a:pPr>
            <a:r>
              <a:t/>
            </a:r>
            <a:endParaRPr sz="600">
              <a:solidFill>
                <a:srgbClr val="232528"/>
              </a:solidFill>
              <a:latin typeface="Helvetica Neue"/>
              <a:ea typeface="Helvetica Neue"/>
              <a:cs typeface="Helvetica Neue"/>
              <a:sym typeface="Helvetica Neue"/>
            </a:endParaRPr>
          </a:p>
          <a:p>
            <a:pPr indent="0" lvl="0" marL="0" rtl="0" algn="l">
              <a:spcBef>
                <a:spcPts val="1079"/>
              </a:spcBef>
              <a:spcAft>
                <a:spcPts val="1079"/>
              </a:spcAft>
              <a:buNone/>
            </a:pPr>
            <a:r>
              <a:rPr lang="en" sz="3400">
                <a:solidFill>
                  <a:srgbClr val="232528"/>
                </a:solidFill>
                <a:latin typeface="Helvetica Neue"/>
                <a:ea typeface="Helvetica Neue"/>
                <a:cs typeface="Helvetica Neue"/>
                <a:sym typeface="Helvetica Neue"/>
              </a:rPr>
              <a:t>Underdriving the wordline during a read keeps the access transistors weaker than the cross-coupled pull-down devices, which raises read SNM and suppresses dynamic disturbance of the storage node. </a:t>
            </a:r>
            <a:endParaRPr sz="3400">
              <a:solidFill>
                <a:srgbClr val="232528"/>
              </a:solidFill>
              <a:latin typeface="Helvetica Neue"/>
              <a:ea typeface="Helvetica Neue"/>
              <a:cs typeface="Helvetica Neue"/>
              <a:sym typeface="Helvetica Neue"/>
            </a:endParaRPr>
          </a:p>
        </p:txBody>
      </p:sp>
      <p:sp>
        <p:nvSpPr>
          <p:cNvPr id="150" name="Google Shape;150;p25"/>
          <p:cNvSpPr/>
          <p:nvPr/>
        </p:nvSpPr>
        <p:spPr>
          <a:xfrm>
            <a:off x="1643700" y="25991100"/>
            <a:ext cx="10123800" cy="5078400"/>
          </a:xfrm>
          <a:prstGeom prst="rect">
            <a:avLst/>
          </a:prstGeom>
          <a:solidFill>
            <a:srgbClr val="4E6D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1" name="Google Shape;151;p25" title="baseline_write_nm_all_corners.png"/>
          <p:cNvPicPr preferRelativeResize="0"/>
          <p:nvPr/>
        </p:nvPicPr>
        <p:blipFill>
          <a:blip r:embed="rId5">
            <a:alphaModFix/>
          </a:blip>
          <a:stretch>
            <a:fillRect/>
          </a:stretch>
        </p:blipFill>
        <p:spPr>
          <a:xfrm>
            <a:off x="1897126" y="26315825"/>
            <a:ext cx="4778952" cy="4428926"/>
          </a:xfrm>
          <a:prstGeom prst="rect">
            <a:avLst/>
          </a:prstGeom>
          <a:noFill/>
          <a:ln cap="flat" cmpd="sng" w="19050">
            <a:solidFill>
              <a:srgbClr val="CFE2F3"/>
            </a:solidFill>
            <a:prstDash val="solid"/>
            <a:round/>
            <a:headEnd len="sm" w="sm" type="none"/>
            <a:tailEnd len="sm" w="sm" type="none"/>
          </a:ln>
        </p:spPr>
      </p:pic>
      <p:sp>
        <p:nvSpPr>
          <p:cNvPr id="152" name="Google Shape;152;p25"/>
          <p:cNvSpPr txBox="1"/>
          <p:nvPr/>
        </p:nvSpPr>
        <p:spPr>
          <a:xfrm>
            <a:off x="6929850" y="26143525"/>
            <a:ext cx="4601700" cy="4428900"/>
          </a:xfrm>
          <a:prstGeom prst="rect">
            <a:avLst/>
          </a:prstGeom>
          <a:noFill/>
          <a:ln>
            <a:noFill/>
          </a:ln>
        </p:spPr>
        <p:txBody>
          <a:bodyPr anchorCtr="0" anchor="t" bIns="249050" lIns="249050" spcFirstLastPara="1" rIns="249050" wrap="square" tIns="249050">
            <a:noAutofit/>
          </a:bodyPr>
          <a:lstStyle/>
          <a:p>
            <a:pPr indent="0" lvl="0" marL="0" rtl="0" algn="ctr">
              <a:spcBef>
                <a:spcPts val="0"/>
              </a:spcBef>
              <a:spcAft>
                <a:spcPts val="1362"/>
              </a:spcAft>
              <a:buNone/>
            </a:pPr>
            <a:r>
              <a:rPr b="1" lang="en" sz="2600">
                <a:solidFill>
                  <a:srgbClr val="FFFFFF"/>
                </a:solidFill>
                <a:latin typeface="Helvetica Neue"/>
                <a:ea typeface="Helvetica Neue"/>
                <a:cs typeface="Helvetica Neue"/>
                <a:sym typeface="Helvetica Neue"/>
              </a:rPr>
              <a:t>Write-noise-margin butterfly overlays across corners. WNM degrades monotonically from FF (474 mV) to TT (362 mV) to SS (259 mV), identifying the slow corner as the binding writability constraint and motivating the negative-bitline write assist. </a:t>
            </a:r>
            <a:endParaRPr b="1" i="1" sz="2600">
              <a:solidFill>
                <a:srgbClr val="FFFFFF"/>
              </a:solidFill>
              <a:latin typeface="Helvetica Neue"/>
              <a:ea typeface="Helvetica Neue"/>
              <a:cs typeface="Helvetica Neue"/>
              <a:sym typeface="Helvetica Neue"/>
            </a:endParaRPr>
          </a:p>
        </p:txBody>
      </p:sp>
      <p:sp>
        <p:nvSpPr>
          <p:cNvPr id="153" name="Google Shape;153;p25"/>
          <p:cNvSpPr/>
          <p:nvPr/>
        </p:nvSpPr>
        <p:spPr>
          <a:xfrm>
            <a:off x="12855138" y="12331225"/>
            <a:ext cx="9447000" cy="9584100"/>
          </a:xfrm>
          <a:prstGeom prst="rect">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25"/>
          <p:cNvSpPr txBox="1"/>
          <p:nvPr/>
        </p:nvSpPr>
        <p:spPr>
          <a:xfrm>
            <a:off x="19262513" y="12557000"/>
            <a:ext cx="2734800" cy="4729500"/>
          </a:xfrm>
          <a:prstGeom prst="rect">
            <a:avLst/>
          </a:prstGeom>
          <a:noFill/>
          <a:ln>
            <a:noFill/>
          </a:ln>
        </p:spPr>
        <p:txBody>
          <a:bodyPr anchorCtr="0" anchor="t" bIns="249050" lIns="249050" spcFirstLastPara="1" rIns="249050" wrap="square" tIns="249050">
            <a:noAutofit/>
          </a:bodyPr>
          <a:lstStyle/>
          <a:p>
            <a:pPr indent="0" lvl="0" marL="0" rtl="0" algn="l">
              <a:lnSpc>
                <a:spcPct val="115000"/>
              </a:lnSpc>
              <a:spcBef>
                <a:spcPts val="1200"/>
              </a:spcBef>
              <a:spcAft>
                <a:spcPts val="1200"/>
              </a:spcAft>
              <a:buNone/>
            </a:pPr>
            <a:r>
              <a:rPr b="1" lang="en" sz="2600">
                <a:solidFill>
                  <a:srgbClr val="FFFFFF"/>
                </a:solidFill>
                <a:latin typeface="Helvetica Neue"/>
                <a:ea typeface="Helvetica Neue"/>
                <a:cs typeface="Helvetica Neue"/>
                <a:sym typeface="Helvetica Neue"/>
              </a:rPr>
              <a:t>Per-corner negative- </a:t>
            </a:r>
            <a:r>
              <a:rPr b="1" lang="en" sz="2600">
                <a:solidFill>
                  <a:srgbClr val="FFFFFF"/>
                </a:solidFill>
                <a:latin typeface="Helvetica Neue"/>
                <a:ea typeface="Helvetica Neue"/>
                <a:cs typeface="Helvetica Neue"/>
                <a:sym typeface="Helvetica Neue"/>
              </a:rPr>
              <a:t>b</a:t>
            </a:r>
            <a:r>
              <a:rPr b="1" lang="en" sz="2600">
                <a:solidFill>
                  <a:srgbClr val="FFFFFF"/>
                </a:solidFill>
                <a:latin typeface="Helvetica Neue"/>
                <a:ea typeface="Helvetica Neue"/>
                <a:cs typeface="Helvetica Neue"/>
                <a:sym typeface="Helvetica Neue"/>
              </a:rPr>
              <a:t>itline</a:t>
            </a:r>
            <a:r>
              <a:rPr b="1" lang="en" sz="2600">
                <a:solidFill>
                  <a:srgbClr val="FFFFFF"/>
                </a:solidFill>
                <a:latin typeface="Helvetica Neue"/>
                <a:ea typeface="Helvetica Neue"/>
                <a:cs typeface="Helvetica Neue"/>
                <a:sym typeface="Helvetica Neue"/>
              </a:rPr>
              <a:t> </a:t>
            </a:r>
            <a:r>
              <a:rPr b="1" lang="en" sz="2600">
                <a:solidFill>
                  <a:srgbClr val="FFFFFF"/>
                </a:solidFill>
                <a:latin typeface="Helvetica Neue"/>
                <a:ea typeface="Helvetica Neue"/>
                <a:cs typeface="Helvetica Neue"/>
                <a:sym typeface="Helvetica Neue"/>
              </a:rPr>
              <a:t>write-delay waveforms zoomed around the assisted write transition. </a:t>
            </a:r>
            <a:endParaRPr b="1" sz="2600">
              <a:solidFill>
                <a:srgbClr val="FFFFFF"/>
              </a:solidFill>
              <a:latin typeface="Helvetica Neue"/>
              <a:ea typeface="Helvetica Neue"/>
              <a:cs typeface="Helvetica Neue"/>
              <a:sym typeface="Helvetica Neue"/>
            </a:endParaRPr>
          </a:p>
        </p:txBody>
      </p:sp>
      <p:pic>
        <p:nvPicPr>
          <p:cNvPr id="155" name="Google Shape;155;p25" title="negative_bitline_write_delay_by_corner.png"/>
          <p:cNvPicPr preferRelativeResize="0"/>
          <p:nvPr/>
        </p:nvPicPr>
        <p:blipFill>
          <a:blip r:embed="rId6">
            <a:alphaModFix/>
          </a:blip>
          <a:stretch>
            <a:fillRect/>
          </a:stretch>
        </p:blipFill>
        <p:spPr>
          <a:xfrm>
            <a:off x="15665913" y="17639875"/>
            <a:ext cx="6376755" cy="3895201"/>
          </a:xfrm>
          <a:prstGeom prst="rect">
            <a:avLst/>
          </a:prstGeom>
          <a:solidFill>
            <a:srgbClr val="A64D79"/>
          </a:solidFill>
          <a:ln cap="flat" cmpd="sng" w="19050">
            <a:solidFill>
              <a:srgbClr val="EAD1DC"/>
            </a:solidFill>
            <a:prstDash val="solid"/>
            <a:round/>
            <a:headEnd len="sm" w="sm" type="none"/>
            <a:tailEnd len="sm" w="sm" type="none"/>
          </a:ln>
        </p:spPr>
      </p:pic>
      <p:pic>
        <p:nvPicPr>
          <p:cNvPr id="156" name="Google Shape;156;p25" title="negative_bitline_write_delay_grid.png"/>
          <p:cNvPicPr preferRelativeResize="0"/>
          <p:nvPr/>
        </p:nvPicPr>
        <p:blipFill>
          <a:blip r:embed="rId7">
            <a:alphaModFix/>
          </a:blip>
          <a:stretch>
            <a:fillRect/>
          </a:stretch>
        </p:blipFill>
        <p:spPr>
          <a:xfrm>
            <a:off x="13114038" y="12557000"/>
            <a:ext cx="5844260" cy="3895202"/>
          </a:xfrm>
          <a:prstGeom prst="rect">
            <a:avLst/>
          </a:prstGeom>
          <a:solidFill>
            <a:srgbClr val="A64D79"/>
          </a:solidFill>
          <a:ln cap="flat" cmpd="sng" w="19050">
            <a:solidFill>
              <a:srgbClr val="EAD1DC"/>
            </a:solidFill>
            <a:prstDash val="solid"/>
            <a:round/>
            <a:headEnd len="sm" w="sm" type="none"/>
            <a:tailEnd len="sm" w="sm" type="none"/>
          </a:ln>
        </p:spPr>
      </p:pic>
      <p:sp>
        <p:nvSpPr>
          <p:cNvPr id="157" name="Google Shape;157;p25"/>
          <p:cNvSpPr txBox="1"/>
          <p:nvPr/>
        </p:nvSpPr>
        <p:spPr>
          <a:xfrm>
            <a:off x="12777450" y="17639875"/>
            <a:ext cx="3082500" cy="3895200"/>
          </a:xfrm>
          <a:prstGeom prst="rect">
            <a:avLst/>
          </a:prstGeom>
          <a:noFill/>
          <a:ln>
            <a:noFill/>
          </a:ln>
        </p:spPr>
        <p:txBody>
          <a:bodyPr anchorCtr="0" anchor="t" bIns="249050" lIns="249050" spcFirstLastPara="1" rIns="249050" wrap="square" tIns="249050">
            <a:noAutofit/>
          </a:bodyPr>
          <a:lstStyle/>
          <a:p>
            <a:pPr indent="0" lvl="0" marL="0" rtl="0" algn="l">
              <a:lnSpc>
                <a:spcPct val="115000"/>
              </a:lnSpc>
              <a:spcBef>
                <a:spcPts val="1200"/>
              </a:spcBef>
              <a:spcAft>
                <a:spcPts val="1200"/>
              </a:spcAft>
              <a:buNone/>
            </a:pPr>
            <a:r>
              <a:rPr b="1" lang="en" sz="2600">
                <a:solidFill>
                  <a:srgbClr val="FFFFFF"/>
                </a:solidFill>
                <a:latin typeface="Helvetica Neue"/>
                <a:ea typeface="Helvetica Neue"/>
                <a:cs typeface="Helvetica Neue"/>
                <a:sym typeface="Helvetica Neue"/>
              </a:rPr>
              <a:t>Per-corner negative-bitline write-delay waveforms zoomed around the assisted write transition.</a:t>
            </a:r>
            <a:endParaRPr b="1" sz="2600">
              <a:solidFill>
                <a:srgbClr val="FFFFFF"/>
              </a:solidFill>
              <a:latin typeface="Helvetica Neue"/>
              <a:ea typeface="Helvetica Neue"/>
              <a:cs typeface="Helvetica Neue"/>
              <a:sym typeface="Helvetica Neue"/>
            </a:endParaRPr>
          </a:p>
        </p:txBody>
      </p:sp>
      <p:sp>
        <p:nvSpPr>
          <p:cNvPr id="158" name="Google Shape;158;p25"/>
          <p:cNvSpPr/>
          <p:nvPr/>
        </p:nvSpPr>
        <p:spPr>
          <a:xfrm>
            <a:off x="32487575" y="9159949"/>
            <a:ext cx="10123800" cy="5325600"/>
          </a:xfrm>
          <a:prstGeom prst="rect">
            <a:avLst/>
          </a:prstGeom>
          <a:solidFill>
            <a:srgbClr val="4E6D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9" name="Google Shape;159;p25" title="cadence_array_screenshot.jpg"/>
          <p:cNvPicPr preferRelativeResize="0"/>
          <p:nvPr/>
        </p:nvPicPr>
        <p:blipFill>
          <a:blip r:embed="rId8">
            <a:alphaModFix/>
          </a:blip>
          <a:stretch>
            <a:fillRect/>
          </a:stretch>
        </p:blipFill>
        <p:spPr>
          <a:xfrm>
            <a:off x="32681200" y="9608274"/>
            <a:ext cx="6823916" cy="4428949"/>
          </a:xfrm>
          <a:prstGeom prst="rect">
            <a:avLst/>
          </a:prstGeom>
          <a:noFill/>
          <a:ln>
            <a:noFill/>
          </a:ln>
        </p:spPr>
      </p:pic>
      <p:sp>
        <p:nvSpPr>
          <p:cNvPr id="160" name="Google Shape;160;p25"/>
          <p:cNvSpPr txBox="1"/>
          <p:nvPr/>
        </p:nvSpPr>
        <p:spPr>
          <a:xfrm>
            <a:off x="39568250" y="9511363"/>
            <a:ext cx="3082500" cy="5078400"/>
          </a:xfrm>
          <a:prstGeom prst="rect">
            <a:avLst/>
          </a:prstGeom>
          <a:noFill/>
          <a:ln>
            <a:noFill/>
          </a:ln>
        </p:spPr>
        <p:txBody>
          <a:bodyPr anchorCtr="0" anchor="t" bIns="249050" lIns="249050" spcFirstLastPara="1" rIns="249050" wrap="square" tIns="249050">
            <a:noAutofit/>
          </a:bodyPr>
          <a:lstStyle/>
          <a:p>
            <a:pPr indent="0" lvl="0" marL="0" rtl="0" algn="l">
              <a:spcBef>
                <a:spcPts val="0"/>
              </a:spcBef>
              <a:spcAft>
                <a:spcPts val="1362"/>
              </a:spcAft>
              <a:buNone/>
            </a:pPr>
            <a:r>
              <a:rPr b="1" lang="en" sz="2600">
                <a:solidFill>
                  <a:srgbClr val="FFFFFF"/>
                </a:solidFill>
                <a:latin typeface="Helvetica Neue"/>
                <a:ea typeface="Helvetica Neue"/>
                <a:cs typeface="Helvetica Neue"/>
                <a:sym typeface="Helvetica Neue"/>
              </a:rPr>
              <a:t>2 KB (128x128) SRAM array with periphery successfully verified in Cadence Virtuoso (45nm) with baseline and optimized bit cells </a:t>
            </a:r>
            <a:endParaRPr b="1" i="1" sz="2600">
              <a:solidFill>
                <a:srgbClr val="FFFFFF"/>
              </a:solidFill>
              <a:latin typeface="Helvetica Neue"/>
              <a:ea typeface="Helvetica Neue"/>
              <a:cs typeface="Helvetica Neue"/>
              <a:sym typeface="Helvetica Neue"/>
            </a:endParaRPr>
          </a:p>
        </p:txBody>
      </p:sp>
      <p:sp>
        <p:nvSpPr>
          <p:cNvPr id="161" name="Google Shape;161;p25"/>
          <p:cNvSpPr/>
          <p:nvPr/>
        </p:nvSpPr>
        <p:spPr>
          <a:xfrm>
            <a:off x="32436375" y="15161700"/>
            <a:ext cx="10123800" cy="7479000"/>
          </a:xfrm>
          <a:prstGeom prst="rect">
            <a:avLst/>
          </a:prstGeom>
          <a:solidFill>
            <a:srgbClr val="4E6D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25"/>
          <p:cNvSpPr txBox="1"/>
          <p:nvPr/>
        </p:nvSpPr>
        <p:spPr>
          <a:xfrm>
            <a:off x="32768050" y="20656375"/>
            <a:ext cx="9319200" cy="2419800"/>
          </a:xfrm>
          <a:prstGeom prst="rect">
            <a:avLst/>
          </a:prstGeom>
          <a:noFill/>
          <a:ln>
            <a:noFill/>
          </a:ln>
        </p:spPr>
        <p:txBody>
          <a:bodyPr anchorCtr="0" anchor="t" bIns="249050" lIns="249050" spcFirstLastPara="1" rIns="249050" wrap="square" tIns="249050">
            <a:noAutofit/>
          </a:bodyPr>
          <a:lstStyle/>
          <a:p>
            <a:pPr indent="0" lvl="0" marL="0" rtl="0" algn="ctr">
              <a:spcBef>
                <a:spcPts val="0"/>
              </a:spcBef>
              <a:spcAft>
                <a:spcPts val="1362"/>
              </a:spcAft>
              <a:buNone/>
            </a:pPr>
            <a:r>
              <a:rPr b="1" lang="en" sz="2600">
                <a:solidFill>
                  <a:srgbClr val="FFFFFF"/>
                </a:solidFill>
                <a:latin typeface="Helvetica Neue"/>
                <a:ea typeface="Helvetica Neue"/>
                <a:cs typeface="Helvetica Neue"/>
                <a:sym typeface="Helvetica Neue"/>
              </a:rPr>
              <a:t>Baseline NVSim macro summary at the locked 128×128, 8-bit, 16:1 organization. All rows are direct NVSim estimates. Row decode dominates both read and write latency at 61% of the total 0.8821 ns access time. </a:t>
            </a:r>
            <a:endParaRPr b="1" i="1" sz="2600">
              <a:solidFill>
                <a:srgbClr val="FFFFFF"/>
              </a:solidFill>
              <a:latin typeface="Helvetica Neue"/>
              <a:ea typeface="Helvetica Neue"/>
              <a:cs typeface="Helvetica Neue"/>
              <a:sym typeface="Helvetica Neue"/>
            </a:endParaRPr>
          </a:p>
        </p:txBody>
      </p:sp>
      <p:pic>
        <p:nvPicPr>
          <p:cNvPr id="163" name="Google Shape;163;p25" title="baseline_nvsim_macro_summary.png"/>
          <p:cNvPicPr preferRelativeResize="0"/>
          <p:nvPr/>
        </p:nvPicPr>
        <p:blipFill rotWithShape="1">
          <a:blip r:embed="rId9">
            <a:alphaModFix/>
          </a:blip>
          <a:srcRect b="17573" l="21211" r="22779" t="18106"/>
          <a:stretch/>
        </p:blipFill>
        <p:spPr>
          <a:xfrm>
            <a:off x="33914175" y="15396388"/>
            <a:ext cx="7168195" cy="5325599"/>
          </a:xfrm>
          <a:prstGeom prst="rect">
            <a:avLst/>
          </a:prstGeom>
          <a:noFill/>
          <a:ln>
            <a:noFill/>
          </a:ln>
        </p:spPr>
      </p:pic>
      <p:sp>
        <p:nvSpPr>
          <p:cNvPr id="164" name="Google Shape;164;p25"/>
          <p:cNvSpPr/>
          <p:nvPr/>
        </p:nvSpPr>
        <p:spPr>
          <a:xfrm>
            <a:off x="32462225" y="23126700"/>
            <a:ext cx="10123800" cy="7942800"/>
          </a:xfrm>
          <a:prstGeom prst="rect">
            <a:avLst/>
          </a:prstGeom>
          <a:solidFill>
            <a:srgbClr val="4E6DB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25"/>
          <p:cNvSpPr txBox="1"/>
          <p:nvPr/>
        </p:nvSpPr>
        <p:spPr>
          <a:xfrm>
            <a:off x="37949650" y="27162075"/>
            <a:ext cx="4265400" cy="3526800"/>
          </a:xfrm>
          <a:prstGeom prst="rect">
            <a:avLst/>
          </a:prstGeom>
          <a:noFill/>
          <a:ln>
            <a:noFill/>
          </a:ln>
        </p:spPr>
        <p:txBody>
          <a:bodyPr anchorCtr="0" anchor="t" bIns="249050" lIns="249050" spcFirstLastPara="1" rIns="249050" wrap="square" tIns="249050">
            <a:noAutofit/>
          </a:bodyPr>
          <a:lstStyle/>
          <a:p>
            <a:pPr indent="0" lvl="0" marL="0" rtl="0" algn="ctr">
              <a:spcBef>
                <a:spcPts val="0"/>
              </a:spcBef>
              <a:spcAft>
                <a:spcPts val="1362"/>
              </a:spcAft>
              <a:buNone/>
            </a:pPr>
            <a:r>
              <a:rPr b="1" lang="en" sz="2600">
                <a:solidFill>
                  <a:srgbClr val="FFFFFF"/>
                </a:solidFill>
                <a:latin typeface="Helvetica Neue"/>
                <a:ea typeface="Helvetica Neue"/>
                <a:cs typeface="Helvetica Neue"/>
                <a:sym typeface="Helvetica Neue"/>
              </a:rPr>
              <a:t>High-Vt macro leakage as a derived proxy: baseline NVSim leakage (0.4854 µW) scaled by the TT hold-window energy ratio gives 0.4179 µW (-13.9%). </a:t>
            </a:r>
            <a:endParaRPr b="1" i="1" sz="2600">
              <a:solidFill>
                <a:srgbClr val="FFFFFF"/>
              </a:solidFill>
              <a:latin typeface="Helvetica Neue"/>
              <a:ea typeface="Helvetica Neue"/>
              <a:cs typeface="Helvetica Neue"/>
              <a:sym typeface="Helvetica Neue"/>
            </a:endParaRPr>
          </a:p>
        </p:txBody>
      </p:sp>
      <p:pic>
        <p:nvPicPr>
          <p:cNvPr id="166" name="Google Shape;166;p25" title="negative_bl_write_latency_proxy.png"/>
          <p:cNvPicPr preferRelativeResize="0"/>
          <p:nvPr/>
        </p:nvPicPr>
        <p:blipFill>
          <a:blip r:embed="rId10">
            <a:alphaModFix/>
          </a:blip>
          <a:stretch>
            <a:fillRect/>
          </a:stretch>
        </p:blipFill>
        <p:spPr>
          <a:xfrm>
            <a:off x="37265300" y="23393322"/>
            <a:ext cx="5170273" cy="3526793"/>
          </a:xfrm>
          <a:prstGeom prst="rect">
            <a:avLst/>
          </a:prstGeom>
          <a:noFill/>
          <a:ln>
            <a:noFill/>
          </a:ln>
        </p:spPr>
      </p:pic>
      <p:sp>
        <p:nvSpPr>
          <p:cNvPr id="167" name="Google Shape;167;p25"/>
          <p:cNvSpPr txBox="1"/>
          <p:nvPr/>
        </p:nvSpPr>
        <p:spPr>
          <a:xfrm>
            <a:off x="32606800" y="23421225"/>
            <a:ext cx="4265400" cy="3526800"/>
          </a:xfrm>
          <a:prstGeom prst="rect">
            <a:avLst/>
          </a:prstGeom>
          <a:noFill/>
          <a:ln>
            <a:noFill/>
          </a:ln>
        </p:spPr>
        <p:txBody>
          <a:bodyPr anchorCtr="0" anchor="t" bIns="249050" lIns="249050" spcFirstLastPara="1" rIns="249050" wrap="square" tIns="249050">
            <a:noAutofit/>
          </a:bodyPr>
          <a:lstStyle/>
          <a:p>
            <a:pPr indent="0" lvl="0" marL="0" rtl="0" algn="ctr">
              <a:spcBef>
                <a:spcPts val="0"/>
              </a:spcBef>
              <a:spcAft>
                <a:spcPts val="1362"/>
              </a:spcAft>
              <a:buNone/>
            </a:pPr>
            <a:r>
              <a:rPr b="1" lang="en" sz="2600">
                <a:solidFill>
                  <a:srgbClr val="FFFFFF"/>
                </a:solidFill>
                <a:latin typeface="Helvetica Neue"/>
                <a:ea typeface="Helvetica Neue"/>
                <a:cs typeface="Helvetica Neue"/>
                <a:sym typeface="Helvetica Neue"/>
              </a:rPr>
              <a:t>Negative-BL macro write latency as a derived proxy: baseline NVSim write latency (0.8821 ns) scaled by the TT Cadence write-delay ratio gives 0.4016 ns (-54.5%). </a:t>
            </a:r>
            <a:endParaRPr b="1" i="1" sz="2600">
              <a:solidFill>
                <a:srgbClr val="FFFFFF"/>
              </a:solidFill>
              <a:latin typeface="Helvetica Neue"/>
              <a:ea typeface="Helvetica Neue"/>
              <a:cs typeface="Helvetica Neue"/>
              <a:sym typeface="Helvetica Neue"/>
            </a:endParaRPr>
          </a:p>
        </p:txBody>
      </p:sp>
      <p:pic>
        <p:nvPicPr>
          <p:cNvPr id="168" name="Google Shape;168;p25" title="high_vt_leakage_proxy.png"/>
          <p:cNvPicPr preferRelativeResize="0"/>
          <p:nvPr/>
        </p:nvPicPr>
        <p:blipFill>
          <a:blip r:embed="rId11">
            <a:alphaModFix/>
          </a:blip>
          <a:stretch>
            <a:fillRect/>
          </a:stretch>
        </p:blipFill>
        <p:spPr>
          <a:xfrm>
            <a:off x="32768050" y="27205687"/>
            <a:ext cx="5170273" cy="3526800"/>
          </a:xfrm>
          <a:prstGeom prst="rect">
            <a:avLst/>
          </a:prstGeom>
          <a:solidFill>
            <a:srgbClr val="4E6DBE"/>
          </a:solidFill>
          <a:ln>
            <a:noFill/>
          </a:ln>
        </p:spPr>
      </p:pic>
      <p:sp>
        <p:nvSpPr>
          <p:cNvPr id="169" name="Google Shape;169;p25"/>
          <p:cNvSpPr/>
          <p:nvPr/>
        </p:nvSpPr>
        <p:spPr>
          <a:xfrm>
            <a:off x="22524825" y="12331225"/>
            <a:ext cx="9447000" cy="9584100"/>
          </a:xfrm>
          <a:prstGeom prst="rect">
            <a:avLst/>
          </a:prstGeom>
          <a:solidFill>
            <a:srgbClr val="A64D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5"/>
          <p:cNvSpPr txBox="1"/>
          <p:nvPr/>
        </p:nvSpPr>
        <p:spPr>
          <a:xfrm>
            <a:off x="29304200" y="12633225"/>
            <a:ext cx="2422800" cy="4317900"/>
          </a:xfrm>
          <a:prstGeom prst="rect">
            <a:avLst/>
          </a:prstGeom>
          <a:noFill/>
          <a:ln>
            <a:noFill/>
          </a:ln>
        </p:spPr>
        <p:txBody>
          <a:bodyPr anchorCtr="0" anchor="t" bIns="249050" lIns="249050" spcFirstLastPara="1" rIns="249050" wrap="square" tIns="249050">
            <a:noAutofit/>
          </a:bodyPr>
          <a:lstStyle/>
          <a:p>
            <a:pPr indent="0" lvl="0" marL="0" rtl="0" algn="l">
              <a:lnSpc>
                <a:spcPct val="115000"/>
              </a:lnSpc>
              <a:spcBef>
                <a:spcPts val="1200"/>
              </a:spcBef>
              <a:spcAft>
                <a:spcPts val="1200"/>
              </a:spcAft>
              <a:buNone/>
            </a:pPr>
            <a:r>
              <a:rPr b="1" lang="en" sz="2600">
                <a:solidFill>
                  <a:srgbClr val="FFFFFF"/>
                </a:solidFill>
                <a:latin typeface="Helvetica Neue"/>
                <a:ea typeface="Helvetica Neue"/>
                <a:cs typeface="Helvetica Neue"/>
                <a:sym typeface="Helvetica Neue"/>
              </a:rPr>
              <a:t>Per-corner read SNM for the baseline cell versus the wordline underdrive assist. </a:t>
            </a:r>
            <a:endParaRPr b="1" sz="2600">
              <a:solidFill>
                <a:srgbClr val="FFFFFF"/>
              </a:solidFill>
              <a:latin typeface="Helvetica Neue"/>
              <a:ea typeface="Helvetica Neue"/>
              <a:cs typeface="Helvetica Neue"/>
              <a:sym typeface="Helvetica Neue"/>
            </a:endParaRPr>
          </a:p>
        </p:txBody>
      </p:sp>
      <p:sp>
        <p:nvSpPr>
          <p:cNvPr id="171" name="Google Shape;171;p25"/>
          <p:cNvSpPr txBox="1"/>
          <p:nvPr/>
        </p:nvSpPr>
        <p:spPr>
          <a:xfrm>
            <a:off x="22656450" y="17122275"/>
            <a:ext cx="2780100" cy="3895200"/>
          </a:xfrm>
          <a:prstGeom prst="rect">
            <a:avLst/>
          </a:prstGeom>
          <a:noFill/>
          <a:ln>
            <a:noFill/>
          </a:ln>
        </p:spPr>
        <p:txBody>
          <a:bodyPr anchorCtr="0" anchor="t" bIns="249050" lIns="249050" spcFirstLastPara="1" rIns="249050" wrap="square" tIns="249050">
            <a:noAutofit/>
          </a:bodyPr>
          <a:lstStyle/>
          <a:p>
            <a:pPr indent="0" lvl="0" marL="0" rtl="0" algn="l">
              <a:lnSpc>
                <a:spcPct val="115000"/>
              </a:lnSpc>
              <a:spcBef>
                <a:spcPts val="1200"/>
              </a:spcBef>
              <a:spcAft>
                <a:spcPts val="1200"/>
              </a:spcAft>
              <a:buNone/>
            </a:pPr>
            <a:r>
              <a:rPr b="1" lang="en" sz="2600">
                <a:solidFill>
                  <a:srgbClr val="FFFFFF"/>
                </a:solidFill>
                <a:latin typeface="Helvetica Neue"/>
                <a:ea typeface="Helvetica Neue"/>
                <a:cs typeface="Helvetica Neue"/>
                <a:sym typeface="Helvetica Neue"/>
              </a:rPr>
              <a:t>Per-corner pulse-window transient read-disturb metric for the baseline cell versus</a:t>
            </a:r>
            <a:r>
              <a:rPr b="1" lang="en" sz="2600">
                <a:solidFill>
                  <a:srgbClr val="FFFFFF"/>
                </a:solidFill>
                <a:latin typeface="Helvetica Neue"/>
                <a:ea typeface="Helvetica Neue"/>
                <a:cs typeface="Helvetica Neue"/>
                <a:sym typeface="Helvetica Neue"/>
              </a:rPr>
              <a:t> the </a:t>
            </a:r>
            <a:r>
              <a:rPr b="1" lang="en" sz="2600">
                <a:solidFill>
                  <a:srgbClr val="FFFFFF"/>
                </a:solidFill>
                <a:latin typeface="Helvetica Neue"/>
                <a:ea typeface="Helvetica Neue"/>
                <a:cs typeface="Helvetica Neue"/>
                <a:sym typeface="Helvetica Neue"/>
              </a:rPr>
              <a:t>wordline und- erdrive assist.</a:t>
            </a:r>
            <a:endParaRPr b="1" sz="2600">
              <a:solidFill>
                <a:srgbClr val="FFFFFF"/>
              </a:solidFill>
              <a:latin typeface="Helvetica Neue"/>
              <a:ea typeface="Helvetica Neue"/>
              <a:cs typeface="Helvetica Neue"/>
              <a:sym typeface="Helvetica Neue"/>
            </a:endParaRPr>
          </a:p>
        </p:txBody>
      </p:sp>
      <p:pic>
        <p:nvPicPr>
          <p:cNvPr id="172" name="Google Shape;172;p25" title="wordline_underdrive_read_snm_comparison.png"/>
          <p:cNvPicPr preferRelativeResize="0"/>
          <p:nvPr/>
        </p:nvPicPr>
        <p:blipFill>
          <a:blip r:embed="rId12">
            <a:alphaModFix/>
          </a:blip>
          <a:stretch>
            <a:fillRect/>
          </a:stretch>
        </p:blipFill>
        <p:spPr>
          <a:xfrm>
            <a:off x="22783738" y="12850225"/>
            <a:ext cx="6358323" cy="3883902"/>
          </a:xfrm>
          <a:prstGeom prst="rect">
            <a:avLst/>
          </a:prstGeom>
          <a:solidFill>
            <a:srgbClr val="E5DED0"/>
          </a:solidFill>
          <a:ln cap="flat" cmpd="sng" w="9525">
            <a:solidFill>
              <a:srgbClr val="EAD1DC"/>
            </a:solidFill>
            <a:prstDash val="solid"/>
            <a:round/>
            <a:headEnd len="sm" w="sm" type="none"/>
            <a:tailEnd len="sm" w="sm" type="none"/>
          </a:ln>
        </p:spPr>
      </p:pic>
      <p:pic>
        <p:nvPicPr>
          <p:cNvPr id="173" name="Google Shape;173;p25" title="wordline_underdrive_read_disturb_comparison.png"/>
          <p:cNvPicPr preferRelativeResize="0"/>
          <p:nvPr/>
        </p:nvPicPr>
        <p:blipFill>
          <a:blip r:embed="rId13">
            <a:alphaModFix/>
          </a:blip>
          <a:stretch>
            <a:fillRect/>
          </a:stretch>
        </p:blipFill>
        <p:spPr>
          <a:xfrm>
            <a:off x="25280150" y="17394563"/>
            <a:ext cx="6487675" cy="3962912"/>
          </a:xfrm>
          <a:prstGeom prst="rect">
            <a:avLst/>
          </a:prstGeom>
          <a:noFill/>
          <a:ln cap="flat" cmpd="sng" w="9525">
            <a:solidFill>
              <a:srgbClr val="EAD1DC"/>
            </a:solidFill>
            <a:prstDash val="solid"/>
            <a:round/>
            <a:headEnd len="sm" w="sm" type="none"/>
            <a:tailEnd len="sm" w="sm" type="none"/>
          </a:ln>
        </p:spPr>
      </p:pic>
      <p:sp>
        <p:nvSpPr>
          <p:cNvPr id="174" name="Google Shape;174;p25"/>
          <p:cNvSpPr txBox="1"/>
          <p:nvPr/>
        </p:nvSpPr>
        <p:spPr>
          <a:xfrm>
            <a:off x="12456800" y="22570500"/>
            <a:ext cx="7168200" cy="6683400"/>
          </a:xfrm>
          <a:prstGeom prst="rect">
            <a:avLst/>
          </a:prstGeom>
          <a:noFill/>
          <a:ln>
            <a:noFill/>
          </a:ln>
        </p:spPr>
        <p:txBody>
          <a:bodyPr anchorCtr="0" anchor="t" bIns="197300" lIns="197300" spcFirstLastPara="1" rIns="197300" wrap="square" tIns="197300">
            <a:noAutofit/>
          </a:bodyPr>
          <a:lstStyle/>
          <a:p>
            <a:pPr indent="0" lvl="0" marL="0" rtl="0" algn="l">
              <a:spcBef>
                <a:spcPts val="0"/>
              </a:spcBef>
              <a:spcAft>
                <a:spcPts val="0"/>
              </a:spcAft>
              <a:buNone/>
            </a:pPr>
            <a:r>
              <a:rPr b="1" lang="en" sz="4000">
                <a:solidFill>
                  <a:schemeClr val="dk2"/>
                </a:solidFill>
              </a:rPr>
              <a:t>High-Vt Pull-Up Transistors</a:t>
            </a:r>
            <a:endParaRPr b="1" sz="3400">
              <a:solidFill>
                <a:srgbClr val="232528"/>
              </a:solidFill>
              <a:latin typeface="Helvetica Neue"/>
              <a:ea typeface="Helvetica Neue"/>
              <a:cs typeface="Helvetica Neue"/>
              <a:sym typeface="Helvetica Neue"/>
            </a:endParaRPr>
          </a:p>
          <a:p>
            <a:pPr indent="0" lvl="0" marL="0" rtl="0" algn="l">
              <a:spcBef>
                <a:spcPts val="1079"/>
              </a:spcBef>
              <a:spcAft>
                <a:spcPts val="0"/>
              </a:spcAft>
              <a:buNone/>
            </a:pPr>
            <a:r>
              <a:t/>
            </a:r>
            <a:endParaRPr sz="600">
              <a:solidFill>
                <a:srgbClr val="232528"/>
              </a:solidFill>
              <a:latin typeface="Helvetica Neue"/>
              <a:ea typeface="Helvetica Neue"/>
              <a:cs typeface="Helvetica Neue"/>
              <a:sym typeface="Helvetica Neue"/>
            </a:endParaRPr>
          </a:p>
          <a:p>
            <a:pPr indent="0" lvl="0" marL="0" rtl="0" algn="l">
              <a:spcBef>
                <a:spcPts val="1079"/>
              </a:spcBef>
              <a:spcAft>
                <a:spcPts val="1079"/>
              </a:spcAft>
              <a:buNone/>
            </a:pPr>
            <a:r>
              <a:rPr lang="en" sz="3400">
                <a:solidFill>
                  <a:srgbClr val="232528"/>
                </a:solidFill>
                <a:latin typeface="Helvetica Neue"/>
                <a:ea typeface="Helvetica Neue"/>
                <a:cs typeface="Helvetica Neue"/>
                <a:sym typeface="Helvetica Neue"/>
              </a:rPr>
              <a:t>Raising the pull-up transistor threshold voltage is expected to cut subthreshold leakage through the PMOS load during the hold window, but weakens the pull-up path and reduces read SNM because the inverter trip point shifts and the storage node is held less stiffly against the access transistor during read. </a:t>
            </a:r>
            <a:endParaRPr sz="3400">
              <a:solidFill>
                <a:srgbClr val="232528"/>
              </a:solidFill>
              <a:latin typeface="Helvetica Neue"/>
              <a:ea typeface="Helvetica Neue"/>
              <a:cs typeface="Helvetica Neue"/>
              <a:sym typeface="Helvetica Neue"/>
            </a:endParaRPr>
          </a:p>
        </p:txBody>
      </p:sp>
      <p:sp>
        <p:nvSpPr>
          <p:cNvPr id="175" name="Google Shape;175;p25"/>
          <p:cNvSpPr/>
          <p:nvPr/>
        </p:nvSpPr>
        <p:spPr>
          <a:xfrm>
            <a:off x="19598925" y="22570500"/>
            <a:ext cx="12372900" cy="66834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25"/>
          <p:cNvSpPr txBox="1"/>
          <p:nvPr/>
        </p:nvSpPr>
        <p:spPr>
          <a:xfrm>
            <a:off x="28906575" y="22815475"/>
            <a:ext cx="3082500" cy="5586300"/>
          </a:xfrm>
          <a:prstGeom prst="rect">
            <a:avLst/>
          </a:prstGeom>
          <a:noFill/>
          <a:ln>
            <a:noFill/>
          </a:ln>
        </p:spPr>
        <p:txBody>
          <a:bodyPr anchorCtr="0" anchor="t" bIns="249050" lIns="249050" spcFirstLastPara="1" rIns="249050" wrap="square" tIns="249050">
            <a:noAutofit/>
          </a:bodyPr>
          <a:lstStyle/>
          <a:p>
            <a:pPr indent="0" lvl="0" marL="0" rtl="0" algn="l">
              <a:spcBef>
                <a:spcPts val="0"/>
              </a:spcBef>
              <a:spcAft>
                <a:spcPts val="1362"/>
              </a:spcAft>
              <a:buNone/>
            </a:pPr>
            <a:r>
              <a:rPr b="1" lang="en" sz="2600">
                <a:solidFill>
                  <a:srgbClr val="FFFFFF"/>
                </a:solidFill>
                <a:latin typeface="Helvetica Neue"/>
                <a:ea typeface="Helvetica Neue"/>
                <a:cs typeface="Helvetica Neue"/>
                <a:sym typeface="Helvetica Neue"/>
              </a:rPr>
              <a:t>High-Vt reduces TT hold-window energy by 13.9% but degrades read SNM by 10.2%. FF/SS show slight energy regressions, likely because gate leakage dominates over subthreshold leakage at those corners.</a:t>
            </a:r>
            <a:endParaRPr b="1" i="1" sz="2600">
              <a:solidFill>
                <a:srgbClr val="FFFFFF"/>
              </a:solidFill>
              <a:latin typeface="Helvetica Neue"/>
              <a:ea typeface="Helvetica Neue"/>
              <a:cs typeface="Helvetica Neue"/>
              <a:sym typeface="Helvetica Neue"/>
            </a:endParaRPr>
          </a:p>
        </p:txBody>
      </p:sp>
      <p:pic>
        <p:nvPicPr>
          <p:cNvPr id="177" name="Google Shape;177;p25" title="high_vt_tradeoff_summary.png"/>
          <p:cNvPicPr preferRelativeResize="0"/>
          <p:nvPr/>
        </p:nvPicPr>
        <p:blipFill>
          <a:blip r:embed="rId14">
            <a:alphaModFix/>
          </a:blip>
          <a:stretch>
            <a:fillRect/>
          </a:stretch>
        </p:blipFill>
        <p:spPr>
          <a:xfrm>
            <a:off x="19716901" y="23177550"/>
            <a:ext cx="9296036" cy="5078400"/>
          </a:xfrm>
          <a:prstGeom prst="rect">
            <a:avLst/>
          </a:prstGeom>
          <a:noFill/>
          <a:ln>
            <a:noFill/>
          </a:ln>
        </p:spPr>
      </p:pic>
      <p:sp>
        <p:nvSpPr>
          <p:cNvPr id="178" name="Google Shape;178;p25"/>
          <p:cNvSpPr/>
          <p:nvPr/>
        </p:nvSpPr>
        <p:spPr>
          <a:xfrm>
            <a:off x="12321725" y="29727125"/>
            <a:ext cx="19892100" cy="1722900"/>
          </a:xfrm>
          <a:prstGeom prst="rect">
            <a:avLst/>
          </a:prstGeom>
          <a:solidFill>
            <a:srgbClr val="434343"/>
          </a:solidFill>
          <a:ln>
            <a:noFill/>
          </a:ln>
        </p:spPr>
        <p:txBody>
          <a:bodyPr anchorCtr="0" anchor="ctr" bIns="366075" lIns="366075" spcFirstLastPara="1" rIns="366075" wrap="square" tIns="366075">
            <a:noAutofit/>
          </a:bodyPr>
          <a:lstStyle/>
          <a:p>
            <a:pPr indent="0" lvl="0" marL="0" rtl="0" algn="ctr">
              <a:spcBef>
                <a:spcPts val="0"/>
              </a:spcBef>
              <a:spcAft>
                <a:spcPts val="0"/>
              </a:spcAft>
              <a:buNone/>
            </a:pPr>
            <a:r>
              <a:t/>
            </a:r>
            <a:endParaRPr sz="5606">
              <a:solidFill>
                <a:srgbClr val="666666"/>
              </a:solidFill>
            </a:endParaRPr>
          </a:p>
        </p:txBody>
      </p:sp>
      <p:sp>
        <p:nvSpPr>
          <p:cNvPr id="179" name="Google Shape;179;p25"/>
          <p:cNvSpPr txBox="1"/>
          <p:nvPr/>
        </p:nvSpPr>
        <p:spPr>
          <a:xfrm>
            <a:off x="12643824" y="29788025"/>
            <a:ext cx="18931800" cy="1570800"/>
          </a:xfrm>
          <a:prstGeom prst="rect">
            <a:avLst/>
          </a:prstGeom>
          <a:noFill/>
          <a:ln>
            <a:noFill/>
          </a:ln>
        </p:spPr>
        <p:txBody>
          <a:bodyPr anchorCtr="0" anchor="t" bIns="366075" lIns="366075" spcFirstLastPara="1" rIns="366075" wrap="square" tIns="366075">
            <a:spAutoFit/>
          </a:bodyPr>
          <a:lstStyle/>
          <a:p>
            <a:pPr indent="0" lvl="0" marL="0" rtl="0" algn="ctr">
              <a:spcBef>
                <a:spcPts val="0"/>
              </a:spcBef>
              <a:spcAft>
                <a:spcPts val="0"/>
              </a:spcAft>
              <a:buNone/>
            </a:pPr>
            <a:r>
              <a:rPr b="1" lang="en" sz="2700">
                <a:solidFill>
                  <a:srgbClr val="FFFFFF"/>
                </a:solidFill>
                <a:latin typeface="Helvetica Neue"/>
                <a:ea typeface="Helvetica Neue"/>
                <a:cs typeface="Helvetica Neue"/>
                <a:sym typeface="Helvetica Neue"/>
              </a:rPr>
              <a:t>We would like to acknowledge the following individuals and organizations:</a:t>
            </a:r>
            <a:endParaRPr b="1" sz="2700">
              <a:solidFill>
                <a:srgbClr val="FFFFFF"/>
              </a:solidFill>
              <a:latin typeface="Helvetica Neue"/>
              <a:ea typeface="Helvetica Neue"/>
              <a:cs typeface="Helvetica Neue"/>
              <a:sym typeface="Helvetica Neue"/>
            </a:endParaRPr>
          </a:p>
          <a:p>
            <a:pPr indent="-400050" lvl="0" marL="457200" rtl="0" algn="ctr">
              <a:spcBef>
                <a:spcPts val="0"/>
              </a:spcBef>
              <a:spcAft>
                <a:spcPts val="0"/>
              </a:spcAft>
              <a:buClr>
                <a:srgbClr val="FFFFFF"/>
              </a:buClr>
              <a:buSzPts val="2700"/>
              <a:buFont typeface="Helvetica Neue"/>
              <a:buChar char="➔"/>
            </a:pPr>
            <a:r>
              <a:rPr b="1" lang="en" sz="2700">
                <a:solidFill>
                  <a:srgbClr val="FFFFFF"/>
                </a:solidFill>
                <a:latin typeface="Helvetica Neue"/>
                <a:ea typeface="Helvetica Neue"/>
                <a:cs typeface="Helvetica Neue"/>
                <a:sym typeface="Helvetica Neue"/>
              </a:rPr>
              <a:t>Professor Robert M. Radway and TA Kefei Bao for their guidance</a:t>
            </a:r>
            <a:endParaRPr b="1" sz="2700">
              <a:solidFill>
                <a:srgbClr val="FFFFFF"/>
              </a:solidFill>
              <a:latin typeface="Helvetica Neue"/>
              <a:ea typeface="Helvetica Neue"/>
              <a:cs typeface="Helvetica Neue"/>
              <a:sym typeface="Helvetica Neue"/>
            </a:endParaRPr>
          </a:p>
        </p:txBody>
      </p:sp>
      <p:pic>
        <p:nvPicPr>
          <p:cNvPr id="180" name="Google Shape;180;p25"/>
          <p:cNvPicPr preferRelativeResize="0"/>
          <p:nvPr/>
        </p:nvPicPr>
        <p:blipFill>
          <a:blip r:embed="rId15">
            <a:alphaModFix/>
          </a:blip>
          <a:stretch>
            <a:fillRect/>
          </a:stretch>
        </p:blipFill>
        <p:spPr>
          <a:xfrm>
            <a:off x="0" y="0"/>
            <a:ext cx="5288560" cy="3526800"/>
          </a:xfrm>
          <a:prstGeom prst="rect">
            <a:avLst/>
          </a:prstGeom>
          <a:noFill/>
          <a:ln>
            <a:noFill/>
          </a:ln>
        </p:spPr>
      </p:pic>
      <p:pic>
        <p:nvPicPr>
          <p:cNvPr id="181" name="Google Shape;181;p25"/>
          <p:cNvPicPr preferRelativeResize="0"/>
          <p:nvPr/>
        </p:nvPicPr>
        <p:blipFill>
          <a:blip r:embed="rId15">
            <a:alphaModFix/>
          </a:blip>
          <a:stretch>
            <a:fillRect/>
          </a:stretch>
        </p:blipFill>
        <p:spPr>
          <a:xfrm>
            <a:off x="38602650" y="0"/>
            <a:ext cx="5288560" cy="3526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